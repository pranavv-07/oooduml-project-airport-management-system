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1" r:id="rId3"/>
    <p:sldId id="282" r:id="rId4"/>
    <p:sldId id="289" r:id="rId5"/>
    <p:sldId id="291" r:id="rId6"/>
    <p:sldId id="283" r:id="rId7"/>
    <p:sldId id="292" r:id="rId8"/>
    <p:sldId id="284" r:id="rId9"/>
    <p:sldId id="290" r:id="rId10"/>
    <p:sldId id="297" r:id="rId11"/>
    <p:sldId id="298" r:id="rId12"/>
    <p:sldId id="299" r:id="rId13"/>
    <p:sldId id="294" r:id="rId14"/>
    <p:sldId id="286" r:id="rId15"/>
    <p:sldId id="308" r:id="rId16"/>
    <p:sldId id="302" r:id="rId17"/>
    <p:sldId id="303" r:id="rId18"/>
    <p:sldId id="304" r:id="rId19"/>
    <p:sldId id="305" r:id="rId20"/>
    <p:sldId id="306" r:id="rId21"/>
    <p:sldId id="307" r:id="rId22"/>
    <p:sldId id="287" r:id="rId23"/>
    <p:sldId id="2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519B"/>
    <a:srgbClr val="F370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8"/>
    <p:restoredTop sz="94658"/>
  </p:normalViewPr>
  <p:slideViewPr>
    <p:cSldViewPr snapToGrid="0">
      <p:cViewPr varScale="1">
        <p:scale>
          <a:sx n="117" d="100"/>
          <a:sy n="117" d="100"/>
        </p:scale>
        <p:origin x="19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ECE4BD-59D2-4437-B43C-26CDCF03A71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C577B5F-2AD4-4AE7-94E0-D03C9BB2F47C}">
      <dgm:prSet/>
      <dgm:spPr/>
      <dgm:t>
        <a:bodyPr/>
        <a:lstStyle/>
        <a:p>
          <a:pPr>
            <a:lnSpc>
              <a:spcPct val="100000"/>
            </a:lnSpc>
          </a:pPr>
          <a:r>
            <a:rPr lang="en-IN"/>
            <a:t>The </a:t>
          </a:r>
          <a:r>
            <a:rPr lang="en-IN" b="1"/>
            <a:t>Airport Management System</a:t>
          </a:r>
          <a:r>
            <a:rPr lang="en-IN"/>
            <a:t> is designed to streamline and automate airport operations from </a:t>
          </a:r>
          <a:r>
            <a:rPr lang="en-IN" b="1"/>
            <a:t>passenger check-in to final boarding</a:t>
          </a:r>
          <a:r>
            <a:rPr lang="en-IN"/>
            <a:t>.</a:t>
          </a:r>
          <a:endParaRPr lang="en-US"/>
        </a:p>
      </dgm:t>
    </dgm:pt>
    <dgm:pt modelId="{927F90C5-FFD2-46A2-8DEC-68708E4DE6CA}" type="parTrans" cxnId="{E8B3FC3B-D0E4-4B93-88E4-4A3BAC6E8938}">
      <dgm:prSet/>
      <dgm:spPr/>
      <dgm:t>
        <a:bodyPr/>
        <a:lstStyle/>
        <a:p>
          <a:endParaRPr lang="en-US"/>
        </a:p>
      </dgm:t>
    </dgm:pt>
    <dgm:pt modelId="{FBAE1591-4FC4-4CC2-B70D-EA1298B09812}" type="sibTrans" cxnId="{E8B3FC3B-D0E4-4B93-88E4-4A3BAC6E8938}">
      <dgm:prSet/>
      <dgm:spPr/>
      <dgm:t>
        <a:bodyPr/>
        <a:lstStyle/>
        <a:p>
          <a:pPr>
            <a:lnSpc>
              <a:spcPct val="100000"/>
            </a:lnSpc>
          </a:pPr>
          <a:endParaRPr lang="en-US"/>
        </a:p>
      </dgm:t>
    </dgm:pt>
    <dgm:pt modelId="{C5D7FBC1-246D-4D47-AEE3-155A1D8A55B2}">
      <dgm:prSet/>
      <dgm:spPr/>
      <dgm:t>
        <a:bodyPr/>
        <a:lstStyle/>
        <a:p>
          <a:pPr>
            <a:lnSpc>
              <a:spcPct val="100000"/>
            </a:lnSpc>
          </a:pPr>
          <a:r>
            <a:rPr lang="en-IN"/>
            <a:t>The system enables passengers to register, check in online or at the counter, generate boarding passes, track flight and gate status, manage baggage, complete security and immigration clearance, and receive boarding notifications.</a:t>
          </a:r>
          <a:endParaRPr lang="en-US"/>
        </a:p>
      </dgm:t>
    </dgm:pt>
    <dgm:pt modelId="{4F15A818-0C88-4D51-A8AC-A0F388C9B809}" type="parTrans" cxnId="{9E900634-0954-4751-B107-9C3C93C09118}">
      <dgm:prSet/>
      <dgm:spPr/>
      <dgm:t>
        <a:bodyPr/>
        <a:lstStyle/>
        <a:p>
          <a:endParaRPr lang="en-US"/>
        </a:p>
      </dgm:t>
    </dgm:pt>
    <dgm:pt modelId="{C3AC08D1-D6B8-485E-9C40-6212FF9BE228}" type="sibTrans" cxnId="{9E900634-0954-4751-B107-9C3C93C09118}">
      <dgm:prSet/>
      <dgm:spPr/>
      <dgm:t>
        <a:bodyPr/>
        <a:lstStyle/>
        <a:p>
          <a:pPr>
            <a:lnSpc>
              <a:spcPct val="100000"/>
            </a:lnSpc>
          </a:pPr>
          <a:endParaRPr lang="en-US"/>
        </a:p>
      </dgm:t>
    </dgm:pt>
    <dgm:pt modelId="{DACB045E-6FBA-4351-A8BB-3E22343465B6}">
      <dgm:prSet/>
      <dgm:spPr/>
      <dgm:t>
        <a:bodyPr/>
        <a:lstStyle/>
        <a:p>
          <a:pPr>
            <a:lnSpc>
              <a:spcPct val="100000"/>
            </a:lnSpc>
          </a:pPr>
          <a:r>
            <a:rPr lang="en-IN"/>
            <a:t>Airport staff can manage </a:t>
          </a:r>
          <a:r>
            <a:rPr lang="en-IN" b="1"/>
            <a:t>flight schedules, passengers, gates, baggage, security clearance, traveller buses, special assistance and lounge access</a:t>
          </a:r>
          <a:r>
            <a:rPr lang="en-IN"/>
            <a:t> through role-based access.</a:t>
          </a:r>
          <a:endParaRPr lang="en-US"/>
        </a:p>
      </dgm:t>
    </dgm:pt>
    <dgm:pt modelId="{63BC8691-1C9E-483D-8B9C-475C73804DB5}" type="parTrans" cxnId="{2CBE0251-AFE4-49AC-80CC-7D1AC3D55F5C}">
      <dgm:prSet/>
      <dgm:spPr/>
      <dgm:t>
        <a:bodyPr/>
        <a:lstStyle/>
        <a:p>
          <a:endParaRPr lang="en-US"/>
        </a:p>
      </dgm:t>
    </dgm:pt>
    <dgm:pt modelId="{672216D7-746F-48B3-96AE-389EB068030D}" type="sibTrans" cxnId="{2CBE0251-AFE4-49AC-80CC-7D1AC3D55F5C}">
      <dgm:prSet/>
      <dgm:spPr/>
      <dgm:t>
        <a:bodyPr/>
        <a:lstStyle/>
        <a:p>
          <a:pPr>
            <a:lnSpc>
              <a:spcPct val="100000"/>
            </a:lnSpc>
          </a:pPr>
          <a:endParaRPr lang="en-US"/>
        </a:p>
      </dgm:t>
    </dgm:pt>
    <dgm:pt modelId="{53483083-FB08-4C4C-A6D8-E985A70E9D25}">
      <dgm:prSet/>
      <dgm:spPr/>
      <dgm:t>
        <a:bodyPr/>
        <a:lstStyle/>
        <a:p>
          <a:pPr>
            <a:lnSpc>
              <a:spcPct val="100000"/>
            </a:lnSpc>
          </a:pPr>
          <a:r>
            <a:rPr lang="en-IN"/>
            <a:t>The system also handles </a:t>
          </a:r>
          <a:r>
            <a:rPr lang="en-IN" b="1"/>
            <a:t>flight delays, cancellations, gate allocation, passenger flow and operational reporting</a:t>
          </a:r>
          <a:r>
            <a:rPr lang="en-IN"/>
            <a:t>.</a:t>
          </a:r>
          <a:endParaRPr lang="en-US"/>
        </a:p>
      </dgm:t>
    </dgm:pt>
    <dgm:pt modelId="{4E148306-9C5A-42D1-A779-3FB634E3DAC5}" type="parTrans" cxnId="{DC91A625-3D35-4615-AF4B-04DA422D9334}">
      <dgm:prSet/>
      <dgm:spPr/>
      <dgm:t>
        <a:bodyPr/>
        <a:lstStyle/>
        <a:p>
          <a:endParaRPr lang="en-US"/>
        </a:p>
      </dgm:t>
    </dgm:pt>
    <dgm:pt modelId="{2D9F0401-2E95-4737-9178-E0E81750DEC8}" type="sibTrans" cxnId="{DC91A625-3D35-4615-AF4B-04DA422D9334}">
      <dgm:prSet/>
      <dgm:spPr/>
      <dgm:t>
        <a:bodyPr/>
        <a:lstStyle/>
        <a:p>
          <a:pPr>
            <a:lnSpc>
              <a:spcPct val="100000"/>
            </a:lnSpc>
          </a:pPr>
          <a:endParaRPr lang="en-US"/>
        </a:p>
      </dgm:t>
    </dgm:pt>
    <dgm:pt modelId="{179DD25A-6681-4387-927E-E8818D4C8F9D}">
      <dgm:prSet/>
      <dgm:spPr/>
      <dgm:t>
        <a:bodyPr/>
        <a:lstStyle/>
        <a:p>
          <a:pPr>
            <a:lnSpc>
              <a:spcPct val="100000"/>
            </a:lnSpc>
          </a:pPr>
          <a:r>
            <a:rPr lang="en-IN"/>
            <a:t>The project follows </a:t>
          </a:r>
          <a:r>
            <a:rPr lang="en-IN" b="1"/>
            <a:t>Object-Oriented Analysis and Design (OOAD)</a:t>
          </a:r>
          <a:r>
            <a:rPr lang="en-IN"/>
            <a:t> principles. UML diagrams are used to represent the system's actors, structure, workflows, interactions, components and deployment architecture.</a:t>
          </a:r>
          <a:endParaRPr lang="en-US"/>
        </a:p>
      </dgm:t>
    </dgm:pt>
    <dgm:pt modelId="{54B5D95F-B33A-42B4-A24A-31F8DD4C2FAD}" type="parTrans" cxnId="{5AE904DE-1054-405F-83D0-9CA51614FFA2}">
      <dgm:prSet/>
      <dgm:spPr/>
      <dgm:t>
        <a:bodyPr/>
        <a:lstStyle/>
        <a:p>
          <a:endParaRPr lang="en-US"/>
        </a:p>
      </dgm:t>
    </dgm:pt>
    <dgm:pt modelId="{08843E0D-ECE4-463B-B388-E73CECCCB4A2}" type="sibTrans" cxnId="{5AE904DE-1054-405F-83D0-9CA51614FFA2}">
      <dgm:prSet/>
      <dgm:spPr/>
      <dgm:t>
        <a:bodyPr/>
        <a:lstStyle/>
        <a:p>
          <a:endParaRPr lang="en-US"/>
        </a:p>
      </dgm:t>
    </dgm:pt>
    <dgm:pt modelId="{D654DA2F-3A10-47EF-A1AB-A636A870D2BB}" type="pres">
      <dgm:prSet presAssocID="{44ECE4BD-59D2-4437-B43C-26CDCF03A716}" presName="root" presStyleCnt="0">
        <dgm:presLayoutVars>
          <dgm:dir/>
          <dgm:resizeHandles val="exact"/>
        </dgm:presLayoutVars>
      </dgm:prSet>
      <dgm:spPr/>
    </dgm:pt>
    <dgm:pt modelId="{4A2FC334-476C-4CF1-874D-03F4F129A51B}" type="pres">
      <dgm:prSet presAssocID="{44ECE4BD-59D2-4437-B43C-26CDCF03A716}" presName="container" presStyleCnt="0">
        <dgm:presLayoutVars>
          <dgm:dir/>
          <dgm:resizeHandles val="exact"/>
        </dgm:presLayoutVars>
      </dgm:prSet>
      <dgm:spPr/>
    </dgm:pt>
    <dgm:pt modelId="{0AFE697C-F700-47FC-9B9F-B57603E9441D}" type="pres">
      <dgm:prSet presAssocID="{9C577B5F-2AD4-4AE7-94E0-D03C9BB2F47C}" presName="compNode" presStyleCnt="0"/>
      <dgm:spPr/>
    </dgm:pt>
    <dgm:pt modelId="{CAC3F777-8539-4D3D-9E44-9FD5CC7CE88C}" type="pres">
      <dgm:prSet presAssocID="{9C577B5F-2AD4-4AE7-94E0-D03C9BB2F47C}" presName="iconBgRect" presStyleLbl="bgShp" presStyleIdx="0" presStyleCnt="5"/>
      <dgm:spPr/>
    </dgm:pt>
    <dgm:pt modelId="{83050B9F-DF90-4FE3-915B-6BC7E1BC629D}" type="pres">
      <dgm:prSet presAssocID="{9C577B5F-2AD4-4AE7-94E0-D03C9BB2F47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eroplane"/>
        </a:ext>
      </dgm:extLst>
    </dgm:pt>
    <dgm:pt modelId="{60980E83-F937-4617-86DC-950B48FE614C}" type="pres">
      <dgm:prSet presAssocID="{9C577B5F-2AD4-4AE7-94E0-D03C9BB2F47C}" presName="spaceRect" presStyleCnt="0"/>
      <dgm:spPr/>
    </dgm:pt>
    <dgm:pt modelId="{43CBB417-A697-4779-B73F-6017DE5EC48E}" type="pres">
      <dgm:prSet presAssocID="{9C577B5F-2AD4-4AE7-94E0-D03C9BB2F47C}" presName="textRect" presStyleLbl="revTx" presStyleIdx="0" presStyleCnt="5">
        <dgm:presLayoutVars>
          <dgm:chMax val="1"/>
          <dgm:chPref val="1"/>
        </dgm:presLayoutVars>
      </dgm:prSet>
      <dgm:spPr/>
    </dgm:pt>
    <dgm:pt modelId="{130B12FB-D839-4577-BE1B-E1B4CCE8D39F}" type="pres">
      <dgm:prSet presAssocID="{FBAE1591-4FC4-4CC2-B70D-EA1298B09812}" presName="sibTrans" presStyleLbl="sibTrans2D1" presStyleIdx="0" presStyleCnt="0"/>
      <dgm:spPr/>
    </dgm:pt>
    <dgm:pt modelId="{3427C047-F7C9-4241-8208-5526796C330B}" type="pres">
      <dgm:prSet presAssocID="{C5D7FBC1-246D-4D47-AEE3-155A1D8A55B2}" presName="compNode" presStyleCnt="0"/>
      <dgm:spPr/>
    </dgm:pt>
    <dgm:pt modelId="{250A5D91-0B59-406F-87F4-6F07CD7B993E}" type="pres">
      <dgm:prSet presAssocID="{C5D7FBC1-246D-4D47-AEE3-155A1D8A55B2}" presName="iconBgRect" presStyleLbl="bgShp" presStyleIdx="1" presStyleCnt="5"/>
      <dgm:spPr/>
    </dgm:pt>
    <dgm:pt modelId="{A47489CD-F307-4C2D-9065-2DC3C0345C07}" type="pres">
      <dgm:prSet presAssocID="{C5D7FBC1-246D-4D47-AEE3-155A1D8A55B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ilot"/>
        </a:ext>
      </dgm:extLst>
    </dgm:pt>
    <dgm:pt modelId="{2F35E07A-F9E8-4484-9706-6486EB377D66}" type="pres">
      <dgm:prSet presAssocID="{C5D7FBC1-246D-4D47-AEE3-155A1D8A55B2}" presName="spaceRect" presStyleCnt="0"/>
      <dgm:spPr/>
    </dgm:pt>
    <dgm:pt modelId="{43401ADB-6017-439D-A6AC-F08FFF5F4222}" type="pres">
      <dgm:prSet presAssocID="{C5D7FBC1-246D-4D47-AEE3-155A1D8A55B2}" presName="textRect" presStyleLbl="revTx" presStyleIdx="1" presStyleCnt="5">
        <dgm:presLayoutVars>
          <dgm:chMax val="1"/>
          <dgm:chPref val="1"/>
        </dgm:presLayoutVars>
      </dgm:prSet>
      <dgm:spPr/>
    </dgm:pt>
    <dgm:pt modelId="{CF677FF8-49C7-4594-8B32-F0B834A923FF}" type="pres">
      <dgm:prSet presAssocID="{C3AC08D1-D6B8-485E-9C40-6212FF9BE228}" presName="sibTrans" presStyleLbl="sibTrans2D1" presStyleIdx="0" presStyleCnt="0"/>
      <dgm:spPr/>
    </dgm:pt>
    <dgm:pt modelId="{1E3AA603-CC07-48B5-8AE6-3BF8BA5F707C}" type="pres">
      <dgm:prSet presAssocID="{DACB045E-6FBA-4351-A8BB-3E22343465B6}" presName="compNode" presStyleCnt="0"/>
      <dgm:spPr/>
    </dgm:pt>
    <dgm:pt modelId="{3B476264-7BC4-4F7E-B181-5ED090DD3C4A}" type="pres">
      <dgm:prSet presAssocID="{DACB045E-6FBA-4351-A8BB-3E22343465B6}" presName="iconBgRect" presStyleLbl="bgShp" presStyleIdx="2" presStyleCnt="5"/>
      <dgm:spPr/>
    </dgm:pt>
    <dgm:pt modelId="{76DC810F-ADF9-4863-B41D-7931388EDD4A}" type="pres">
      <dgm:prSet presAssocID="{DACB045E-6FBA-4351-A8BB-3E22343465B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s"/>
        </a:ext>
      </dgm:extLst>
    </dgm:pt>
    <dgm:pt modelId="{A17A69C2-1BF9-4533-AD6C-5E00D033B66D}" type="pres">
      <dgm:prSet presAssocID="{DACB045E-6FBA-4351-A8BB-3E22343465B6}" presName="spaceRect" presStyleCnt="0"/>
      <dgm:spPr/>
    </dgm:pt>
    <dgm:pt modelId="{D9FC0C3E-3374-48A5-B961-CE326B1329A7}" type="pres">
      <dgm:prSet presAssocID="{DACB045E-6FBA-4351-A8BB-3E22343465B6}" presName="textRect" presStyleLbl="revTx" presStyleIdx="2" presStyleCnt="5">
        <dgm:presLayoutVars>
          <dgm:chMax val="1"/>
          <dgm:chPref val="1"/>
        </dgm:presLayoutVars>
      </dgm:prSet>
      <dgm:spPr/>
    </dgm:pt>
    <dgm:pt modelId="{E92C9DEC-709A-4D3F-8B0A-4B082FC3CA81}" type="pres">
      <dgm:prSet presAssocID="{672216D7-746F-48B3-96AE-389EB068030D}" presName="sibTrans" presStyleLbl="sibTrans2D1" presStyleIdx="0" presStyleCnt="0"/>
      <dgm:spPr/>
    </dgm:pt>
    <dgm:pt modelId="{03562BA2-AF2E-4DF8-A4D3-AD9F5D25ACD5}" type="pres">
      <dgm:prSet presAssocID="{53483083-FB08-4C4C-A6D8-E985A70E9D25}" presName="compNode" presStyleCnt="0"/>
      <dgm:spPr/>
    </dgm:pt>
    <dgm:pt modelId="{260A79FC-E891-42BC-9698-9D8F30B45551}" type="pres">
      <dgm:prSet presAssocID="{53483083-FB08-4C4C-A6D8-E985A70E9D25}" presName="iconBgRect" presStyleLbl="bgShp" presStyleIdx="3" presStyleCnt="5"/>
      <dgm:spPr/>
    </dgm:pt>
    <dgm:pt modelId="{E8D9DE50-A0D8-43E2-876F-625F1AA11988}" type="pres">
      <dgm:prSet presAssocID="{53483083-FB08-4C4C-A6D8-E985A70E9D2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icopter"/>
        </a:ext>
      </dgm:extLst>
    </dgm:pt>
    <dgm:pt modelId="{71C613BC-57E0-48C2-8A73-7AB20942A26B}" type="pres">
      <dgm:prSet presAssocID="{53483083-FB08-4C4C-A6D8-E985A70E9D25}" presName="spaceRect" presStyleCnt="0"/>
      <dgm:spPr/>
    </dgm:pt>
    <dgm:pt modelId="{81832097-304D-48F3-86D0-86E154D7CB8B}" type="pres">
      <dgm:prSet presAssocID="{53483083-FB08-4C4C-A6D8-E985A70E9D25}" presName="textRect" presStyleLbl="revTx" presStyleIdx="3" presStyleCnt="5">
        <dgm:presLayoutVars>
          <dgm:chMax val="1"/>
          <dgm:chPref val="1"/>
        </dgm:presLayoutVars>
      </dgm:prSet>
      <dgm:spPr/>
    </dgm:pt>
    <dgm:pt modelId="{4DD93384-E23E-4275-9E8B-EC41B308E7BC}" type="pres">
      <dgm:prSet presAssocID="{2D9F0401-2E95-4737-9178-E0E81750DEC8}" presName="sibTrans" presStyleLbl="sibTrans2D1" presStyleIdx="0" presStyleCnt="0"/>
      <dgm:spPr/>
    </dgm:pt>
    <dgm:pt modelId="{78F61CCF-A2FA-4EDE-8427-BF389B20CE3A}" type="pres">
      <dgm:prSet presAssocID="{179DD25A-6681-4387-927E-E8818D4C8F9D}" presName="compNode" presStyleCnt="0"/>
      <dgm:spPr/>
    </dgm:pt>
    <dgm:pt modelId="{827C888E-BCA9-4E3C-97E0-D4797D1DAB21}" type="pres">
      <dgm:prSet presAssocID="{179DD25A-6681-4387-927E-E8818D4C8F9D}" presName="iconBgRect" presStyleLbl="bgShp" presStyleIdx="4" presStyleCnt="5"/>
      <dgm:spPr/>
    </dgm:pt>
    <dgm:pt modelId="{463DA81A-D3CB-458C-8A49-25FB92A4D754}" type="pres">
      <dgm:prSet presAssocID="{179DD25A-6681-4387-927E-E8818D4C8F9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lowchart"/>
        </a:ext>
      </dgm:extLst>
    </dgm:pt>
    <dgm:pt modelId="{FD5A36F1-88E3-4EAD-AFB4-BCBFEF8D93EC}" type="pres">
      <dgm:prSet presAssocID="{179DD25A-6681-4387-927E-E8818D4C8F9D}" presName="spaceRect" presStyleCnt="0"/>
      <dgm:spPr/>
    </dgm:pt>
    <dgm:pt modelId="{772935FD-4566-4BCD-9E3E-502FCCA2C24A}" type="pres">
      <dgm:prSet presAssocID="{179DD25A-6681-4387-927E-E8818D4C8F9D}" presName="textRect" presStyleLbl="revTx" presStyleIdx="4" presStyleCnt="5">
        <dgm:presLayoutVars>
          <dgm:chMax val="1"/>
          <dgm:chPref val="1"/>
        </dgm:presLayoutVars>
      </dgm:prSet>
      <dgm:spPr/>
    </dgm:pt>
  </dgm:ptLst>
  <dgm:cxnLst>
    <dgm:cxn modelId="{A33BFE1D-3985-483C-BF9E-CABE42956E96}" type="presOf" srcId="{C5D7FBC1-246D-4D47-AEE3-155A1D8A55B2}" destId="{43401ADB-6017-439D-A6AC-F08FFF5F4222}" srcOrd="0" destOrd="0" presId="urn:microsoft.com/office/officeart/2018/2/layout/IconCircleList"/>
    <dgm:cxn modelId="{DC91A625-3D35-4615-AF4B-04DA422D9334}" srcId="{44ECE4BD-59D2-4437-B43C-26CDCF03A716}" destId="{53483083-FB08-4C4C-A6D8-E985A70E9D25}" srcOrd="3" destOrd="0" parTransId="{4E148306-9C5A-42D1-A779-3FB634E3DAC5}" sibTransId="{2D9F0401-2E95-4737-9178-E0E81750DEC8}"/>
    <dgm:cxn modelId="{9E900634-0954-4751-B107-9C3C93C09118}" srcId="{44ECE4BD-59D2-4437-B43C-26CDCF03A716}" destId="{C5D7FBC1-246D-4D47-AEE3-155A1D8A55B2}" srcOrd="1" destOrd="0" parTransId="{4F15A818-0C88-4D51-A8AC-A0F388C9B809}" sibTransId="{C3AC08D1-D6B8-485E-9C40-6212FF9BE228}"/>
    <dgm:cxn modelId="{69CC3E35-150E-42FF-BE0A-34ED416897DC}" type="presOf" srcId="{44ECE4BD-59D2-4437-B43C-26CDCF03A716}" destId="{D654DA2F-3A10-47EF-A1AB-A636A870D2BB}" srcOrd="0" destOrd="0" presId="urn:microsoft.com/office/officeart/2018/2/layout/IconCircleList"/>
    <dgm:cxn modelId="{A73EE139-DA80-4C67-A03F-AB1DCA0F28E1}" type="presOf" srcId="{FBAE1591-4FC4-4CC2-B70D-EA1298B09812}" destId="{130B12FB-D839-4577-BE1B-E1B4CCE8D39F}" srcOrd="0" destOrd="0" presId="urn:microsoft.com/office/officeart/2018/2/layout/IconCircleList"/>
    <dgm:cxn modelId="{E8B3FC3B-D0E4-4B93-88E4-4A3BAC6E8938}" srcId="{44ECE4BD-59D2-4437-B43C-26CDCF03A716}" destId="{9C577B5F-2AD4-4AE7-94E0-D03C9BB2F47C}" srcOrd="0" destOrd="0" parTransId="{927F90C5-FFD2-46A2-8DEC-68708E4DE6CA}" sibTransId="{FBAE1591-4FC4-4CC2-B70D-EA1298B09812}"/>
    <dgm:cxn modelId="{BBE4B24A-32C1-44C8-9BB2-436BD100A37E}" type="presOf" srcId="{179DD25A-6681-4387-927E-E8818D4C8F9D}" destId="{772935FD-4566-4BCD-9E3E-502FCCA2C24A}" srcOrd="0" destOrd="0" presId="urn:microsoft.com/office/officeart/2018/2/layout/IconCircleList"/>
    <dgm:cxn modelId="{BC73784D-FA4B-4D12-991F-664ECDFA3AFB}" type="presOf" srcId="{2D9F0401-2E95-4737-9178-E0E81750DEC8}" destId="{4DD93384-E23E-4275-9E8B-EC41B308E7BC}" srcOrd="0" destOrd="0" presId="urn:microsoft.com/office/officeart/2018/2/layout/IconCircleList"/>
    <dgm:cxn modelId="{2CBE0251-AFE4-49AC-80CC-7D1AC3D55F5C}" srcId="{44ECE4BD-59D2-4437-B43C-26CDCF03A716}" destId="{DACB045E-6FBA-4351-A8BB-3E22343465B6}" srcOrd="2" destOrd="0" parTransId="{63BC8691-1C9E-483D-8B9C-475C73804DB5}" sibTransId="{672216D7-746F-48B3-96AE-389EB068030D}"/>
    <dgm:cxn modelId="{C4D47F99-78B4-4573-8403-56A38C06FB37}" type="presOf" srcId="{672216D7-746F-48B3-96AE-389EB068030D}" destId="{E92C9DEC-709A-4D3F-8B0A-4B082FC3CA81}" srcOrd="0" destOrd="0" presId="urn:microsoft.com/office/officeart/2018/2/layout/IconCircleList"/>
    <dgm:cxn modelId="{C2C798B1-C448-4D6D-9B1B-7C1D315A52E9}" type="presOf" srcId="{C3AC08D1-D6B8-485E-9C40-6212FF9BE228}" destId="{CF677FF8-49C7-4594-8B32-F0B834A923FF}" srcOrd="0" destOrd="0" presId="urn:microsoft.com/office/officeart/2018/2/layout/IconCircleList"/>
    <dgm:cxn modelId="{74DBD7C8-FA26-4B09-941F-34171B10A656}" type="presOf" srcId="{DACB045E-6FBA-4351-A8BB-3E22343465B6}" destId="{D9FC0C3E-3374-48A5-B961-CE326B1329A7}" srcOrd="0" destOrd="0" presId="urn:microsoft.com/office/officeart/2018/2/layout/IconCircleList"/>
    <dgm:cxn modelId="{0B3AF7C9-52FC-441E-A761-FB97477AB8EE}" type="presOf" srcId="{9C577B5F-2AD4-4AE7-94E0-D03C9BB2F47C}" destId="{43CBB417-A697-4779-B73F-6017DE5EC48E}" srcOrd="0" destOrd="0" presId="urn:microsoft.com/office/officeart/2018/2/layout/IconCircleList"/>
    <dgm:cxn modelId="{5AFB06D1-ACA4-48FC-A78D-9BA3F5BA2764}" type="presOf" srcId="{53483083-FB08-4C4C-A6D8-E985A70E9D25}" destId="{81832097-304D-48F3-86D0-86E154D7CB8B}" srcOrd="0" destOrd="0" presId="urn:microsoft.com/office/officeart/2018/2/layout/IconCircleList"/>
    <dgm:cxn modelId="{5AE904DE-1054-405F-83D0-9CA51614FFA2}" srcId="{44ECE4BD-59D2-4437-B43C-26CDCF03A716}" destId="{179DD25A-6681-4387-927E-E8818D4C8F9D}" srcOrd="4" destOrd="0" parTransId="{54B5D95F-B33A-42B4-A24A-31F8DD4C2FAD}" sibTransId="{08843E0D-ECE4-463B-B388-E73CECCCB4A2}"/>
    <dgm:cxn modelId="{57A3C90D-39F2-4A7A-AC78-B0902CB726E5}" type="presParOf" srcId="{D654DA2F-3A10-47EF-A1AB-A636A870D2BB}" destId="{4A2FC334-476C-4CF1-874D-03F4F129A51B}" srcOrd="0" destOrd="0" presId="urn:microsoft.com/office/officeart/2018/2/layout/IconCircleList"/>
    <dgm:cxn modelId="{26A3DFCF-3202-416D-8AF1-30E498EDC4E5}" type="presParOf" srcId="{4A2FC334-476C-4CF1-874D-03F4F129A51B}" destId="{0AFE697C-F700-47FC-9B9F-B57603E9441D}" srcOrd="0" destOrd="0" presId="urn:microsoft.com/office/officeart/2018/2/layout/IconCircleList"/>
    <dgm:cxn modelId="{6E1CBCDC-F048-4DF0-8844-F4CA4A547272}" type="presParOf" srcId="{0AFE697C-F700-47FC-9B9F-B57603E9441D}" destId="{CAC3F777-8539-4D3D-9E44-9FD5CC7CE88C}" srcOrd="0" destOrd="0" presId="urn:microsoft.com/office/officeart/2018/2/layout/IconCircleList"/>
    <dgm:cxn modelId="{CB929315-5722-4620-A79B-AE7DCACD8C96}" type="presParOf" srcId="{0AFE697C-F700-47FC-9B9F-B57603E9441D}" destId="{83050B9F-DF90-4FE3-915B-6BC7E1BC629D}" srcOrd="1" destOrd="0" presId="urn:microsoft.com/office/officeart/2018/2/layout/IconCircleList"/>
    <dgm:cxn modelId="{469DE6B3-2973-4471-8A6D-29F2851541E0}" type="presParOf" srcId="{0AFE697C-F700-47FC-9B9F-B57603E9441D}" destId="{60980E83-F937-4617-86DC-950B48FE614C}" srcOrd="2" destOrd="0" presId="urn:microsoft.com/office/officeart/2018/2/layout/IconCircleList"/>
    <dgm:cxn modelId="{03ECCE07-F3F7-4909-A6BD-42E5A5EF0B1D}" type="presParOf" srcId="{0AFE697C-F700-47FC-9B9F-B57603E9441D}" destId="{43CBB417-A697-4779-B73F-6017DE5EC48E}" srcOrd="3" destOrd="0" presId="urn:microsoft.com/office/officeart/2018/2/layout/IconCircleList"/>
    <dgm:cxn modelId="{F4138BBB-5C3D-42E5-9F42-D8CEEC297550}" type="presParOf" srcId="{4A2FC334-476C-4CF1-874D-03F4F129A51B}" destId="{130B12FB-D839-4577-BE1B-E1B4CCE8D39F}" srcOrd="1" destOrd="0" presId="urn:microsoft.com/office/officeart/2018/2/layout/IconCircleList"/>
    <dgm:cxn modelId="{2E7A8637-A882-47D9-B16A-F5219F1B4CED}" type="presParOf" srcId="{4A2FC334-476C-4CF1-874D-03F4F129A51B}" destId="{3427C047-F7C9-4241-8208-5526796C330B}" srcOrd="2" destOrd="0" presId="urn:microsoft.com/office/officeart/2018/2/layout/IconCircleList"/>
    <dgm:cxn modelId="{C3911FE3-8CB1-4D2B-8CE8-BFD5AF3C11BA}" type="presParOf" srcId="{3427C047-F7C9-4241-8208-5526796C330B}" destId="{250A5D91-0B59-406F-87F4-6F07CD7B993E}" srcOrd="0" destOrd="0" presId="urn:microsoft.com/office/officeart/2018/2/layout/IconCircleList"/>
    <dgm:cxn modelId="{05F6CDD6-1113-4A5D-974C-90E80F25D5FF}" type="presParOf" srcId="{3427C047-F7C9-4241-8208-5526796C330B}" destId="{A47489CD-F307-4C2D-9065-2DC3C0345C07}" srcOrd="1" destOrd="0" presId="urn:microsoft.com/office/officeart/2018/2/layout/IconCircleList"/>
    <dgm:cxn modelId="{84F9D243-88CD-463F-B6AC-4CD6524FCB4A}" type="presParOf" srcId="{3427C047-F7C9-4241-8208-5526796C330B}" destId="{2F35E07A-F9E8-4484-9706-6486EB377D66}" srcOrd="2" destOrd="0" presId="urn:microsoft.com/office/officeart/2018/2/layout/IconCircleList"/>
    <dgm:cxn modelId="{A3F397BF-25B3-4F92-9AE7-A8F2E010EFF0}" type="presParOf" srcId="{3427C047-F7C9-4241-8208-5526796C330B}" destId="{43401ADB-6017-439D-A6AC-F08FFF5F4222}" srcOrd="3" destOrd="0" presId="urn:microsoft.com/office/officeart/2018/2/layout/IconCircleList"/>
    <dgm:cxn modelId="{EACCDFB3-0FF9-4104-A3CD-041E772D3E2D}" type="presParOf" srcId="{4A2FC334-476C-4CF1-874D-03F4F129A51B}" destId="{CF677FF8-49C7-4594-8B32-F0B834A923FF}" srcOrd="3" destOrd="0" presId="urn:microsoft.com/office/officeart/2018/2/layout/IconCircleList"/>
    <dgm:cxn modelId="{F352F8F1-8D4D-451B-A6A8-553A3606613B}" type="presParOf" srcId="{4A2FC334-476C-4CF1-874D-03F4F129A51B}" destId="{1E3AA603-CC07-48B5-8AE6-3BF8BA5F707C}" srcOrd="4" destOrd="0" presId="urn:microsoft.com/office/officeart/2018/2/layout/IconCircleList"/>
    <dgm:cxn modelId="{0770530D-96A5-449B-8228-44C65A55696E}" type="presParOf" srcId="{1E3AA603-CC07-48B5-8AE6-3BF8BA5F707C}" destId="{3B476264-7BC4-4F7E-B181-5ED090DD3C4A}" srcOrd="0" destOrd="0" presId="urn:microsoft.com/office/officeart/2018/2/layout/IconCircleList"/>
    <dgm:cxn modelId="{ED5E8AB0-A53C-4AFE-9AE7-951DDCA66F63}" type="presParOf" srcId="{1E3AA603-CC07-48B5-8AE6-3BF8BA5F707C}" destId="{76DC810F-ADF9-4863-B41D-7931388EDD4A}" srcOrd="1" destOrd="0" presId="urn:microsoft.com/office/officeart/2018/2/layout/IconCircleList"/>
    <dgm:cxn modelId="{33937FD4-0D0E-4FAA-ADF0-D85727D87511}" type="presParOf" srcId="{1E3AA603-CC07-48B5-8AE6-3BF8BA5F707C}" destId="{A17A69C2-1BF9-4533-AD6C-5E00D033B66D}" srcOrd="2" destOrd="0" presId="urn:microsoft.com/office/officeart/2018/2/layout/IconCircleList"/>
    <dgm:cxn modelId="{5D9F4107-43EB-4924-A35B-B0843EADD491}" type="presParOf" srcId="{1E3AA603-CC07-48B5-8AE6-3BF8BA5F707C}" destId="{D9FC0C3E-3374-48A5-B961-CE326B1329A7}" srcOrd="3" destOrd="0" presId="urn:microsoft.com/office/officeart/2018/2/layout/IconCircleList"/>
    <dgm:cxn modelId="{FB09BA68-7522-4A0A-AC03-CD9C4F418B0C}" type="presParOf" srcId="{4A2FC334-476C-4CF1-874D-03F4F129A51B}" destId="{E92C9DEC-709A-4D3F-8B0A-4B082FC3CA81}" srcOrd="5" destOrd="0" presId="urn:microsoft.com/office/officeart/2018/2/layout/IconCircleList"/>
    <dgm:cxn modelId="{4A852E94-0E95-4274-B8F3-A77629EBAE07}" type="presParOf" srcId="{4A2FC334-476C-4CF1-874D-03F4F129A51B}" destId="{03562BA2-AF2E-4DF8-A4D3-AD9F5D25ACD5}" srcOrd="6" destOrd="0" presId="urn:microsoft.com/office/officeart/2018/2/layout/IconCircleList"/>
    <dgm:cxn modelId="{9568BCA9-1C34-4035-8150-FF632F387258}" type="presParOf" srcId="{03562BA2-AF2E-4DF8-A4D3-AD9F5D25ACD5}" destId="{260A79FC-E891-42BC-9698-9D8F30B45551}" srcOrd="0" destOrd="0" presId="urn:microsoft.com/office/officeart/2018/2/layout/IconCircleList"/>
    <dgm:cxn modelId="{013B26F8-5EA0-4773-B21C-91BD7AC2A673}" type="presParOf" srcId="{03562BA2-AF2E-4DF8-A4D3-AD9F5D25ACD5}" destId="{E8D9DE50-A0D8-43E2-876F-625F1AA11988}" srcOrd="1" destOrd="0" presId="urn:microsoft.com/office/officeart/2018/2/layout/IconCircleList"/>
    <dgm:cxn modelId="{335565A5-5A08-445D-B1AC-5DB54A9AC738}" type="presParOf" srcId="{03562BA2-AF2E-4DF8-A4D3-AD9F5D25ACD5}" destId="{71C613BC-57E0-48C2-8A73-7AB20942A26B}" srcOrd="2" destOrd="0" presId="urn:microsoft.com/office/officeart/2018/2/layout/IconCircleList"/>
    <dgm:cxn modelId="{F7149819-1151-438E-B3F6-7AD5E409FD74}" type="presParOf" srcId="{03562BA2-AF2E-4DF8-A4D3-AD9F5D25ACD5}" destId="{81832097-304D-48F3-86D0-86E154D7CB8B}" srcOrd="3" destOrd="0" presId="urn:microsoft.com/office/officeart/2018/2/layout/IconCircleList"/>
    <dgm:cxn modelId="{B60C25B1-4BC3-450F-BC6A-245C9BA66CE9}" type="presParOf" srcId="{4A2FC334-476C-4CF1-874D-03F4F129A51B}" destId="{4DD93384-E23E-4275-9E8B-EC41B308E7BC}" srcOrd="7" destOrd="0" presId="urn:microsoft.com/office/officeart/2018/2/layout/IconCircleList"/>
    <dgm:cxn modelId="{15C109D1-D844-45A5-9DF1-9FB2C77C6F40}" type="presParOf" srcId="{4A2FC334-476C-4CF1-874D-03F4F129A51B}" destId="{78F61CCF-A2FA-4EDE-8427-BF389B20CE3A}" srcOrd="8" destOrd="0" presId="urn:microsoft.com/office/officeart/2018/2/layout/IconCircleList"/>
    <dgm:cxn modelId="{6D162A6D-842D-4763-82ED-6E2E88756DCD}" type="presParOf" srcId="{78F61CCF-A2FA-4EDE-8427-BF389B20CE3A}" destId="{827C888E-BCA9-4E3C-97E0-D4797D1DAB21}" srcOrd="0" destOrd="0" presId="urn:microsoft.com/office/officeart/2018/2/layout/IconCircleList"/>
    <dgm:cxn modelId="{17BF34B4-40D6-44C7-9A7C-7939E6E8CB95}" type="presParOf" srcId="{78F61CCF-A2FA-4EDE-8427-BF389B20CE3A}" destId="{463DA81A-D3CB-458C-8A49-25FB92A4D754}" srcOrd="1" destOrd="0" presId="urn:microsoft.com/office/officeart/2018/2/layout/IconCircleList"/>
    <dgm:cxn modelId="{128CF6BE-7D82-4E1A-B9E9-708F70C6A241}" type="presParOf" srcId="{78F61CCF-A2FA-4EDE-8427-BF389B20CE3A}" destId="{FD5A36F1-88E3-4EAD-AFB4-BCBFEF8D93EC}" srcOrd="2" destOrd="0" presId="urn:microsoft.com/office/officeart/2018/2/layout/IconCircleList"/>
    <dgm:cxn modelId="{A6C1737B-60EE-4B8F-A1D9-3B4E548E3170}" type="presParOf" srcId="{78F61CCF-A2FA-4EDE-8427-BF389B20CE3A}" destId="{772935FD-4566-4BCD-9E3E-502FCCA2C24A}"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7254B2-3DEC-43EC-AA61-BD242835348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DF0A252-FBDB-4DF8-9F71-A71FE2627381}">
      <dgm:prSet/>
      <dgm:spPr/>
      <dgm:t>
        <a:bodyPr/>
        <a:lstStyle/>
        <a:p>
          <a:pPr>
            <a:lnSpc>
              <a:spcPct val="100000"/>
            </a:lnSpc>
          </a:pPr>
          <a:r>
            <a:rPr lang="en-IN" b="1"/>
            <a:t>Use Case Diagram</a:t>
          </a:r>
          <a:br>
            <a:rPr lang="en-IN"/>
          </a:br>
          <a:r>
            <a:rPr lang="en-IN"/>
            <a:t>Represents the actors and functionalities of the Airport Management System.</a:t>
          </a:r>
          <a:endParaRPr lang="en-US"/>
        </a:p>
      </dgm:t>
    </dgm:pt>
    <dgm:pt modelId="{2052FAD5-F06C-485D-A455-EF750DB4DE2A}" type="parTrans" cxnId="{DFC3405B-73A3-496F-B807-F078AA71F47D}">
      <dgm:prSet/>
      <dgm:spPr/>
      <dgm:t>
        <a:bodyPr/>
        <a:lstStyle/>
        <a:p>
          <a:endParaRPr lang="en-US"/>
        </a:p>
      </dgm:t>
    </dgm:pt>
    <dgm:pt modelId="{72D4169D-913C-4878-8801-2B4EE53A085A}" type="sibTrans" cxnId="{DFC3405B-73A3-496F-B807-F078AA71F47D}">
      <dgm:prSet/>
      <dgm:spPr/>
      <dgm:t>
        <a:bodyPr/>
        <a:lstStyle/>
        <a:p>
          <a:endParaRPr lang="en-US"/>
        </a:p>
      </dgm:t>
    </dgm:pt>
    <dgm:pt modelId="{0880B078-2CA0-4B15-96AB-DA88EC96A0A8}">
      <dgm:prSet/>
      <dgm:spPr/>
      <dgm:t>
        <a:bodyPr/>
        <a:lstStyle/>
        <a:p>
          <a:pPr>
            <a:lnSpc>
              <a:spcPct val="100000"/>
            </a:lnSpc>
          </a:pPr>
          <a:r>
            <a:rPr lang="en-IN" b="1"/>
            <a:t>Class Diagram</a:t>
          </a:r>
          <a:br>
            <a:rPr lang="en-IN"/>
          </a:br>
          <a:r>
            <a:rPr lang="en-IN"/>
            <a:t>Represents system classes, attributes, methods and relationships.</a:t>
          </a:r>
          <a:endParaRPr lang="en-US"/>
        </a:p>
      </dgm:t>
    </dgm:pt>
    <dgm:pt modelId="{0C41179A-D4CE-4BA0-8BD5-416C23219F43}" type="parTrans" cxnId="{F00B6C2A-264C-49C2-85FB-B4C0054930FB}">
      <dgm:prSet/>
      <dgm:spPr/>
      <dgm:t>
        <a:bodyPr/>
        <a:lstStyle/>
        <a:p>
          <a:endParaRPr lang="en-US"/>
        </a:p>
      </dgm:t>
    </dgm:pt>
    <dgm:pt modelId="{38CCE9B1-7C1A-4EC3-8055-EADBA90EAD81}" type="sibTrans" cxnId="{F00B6C2A-264C-49C2-85FB-B4C0054930FB}">
      <dgm:prSet/>
      <dgm:spPr/>
      <dgm:t>
        <a:bodyPr/>
        <a:lstStyle/>
        <a:p>
          <a:endParaRPr lang="en-US"/>
        </a:p>
      </dgm:t>
    </dgm:pt>
    <dgm:pt modelId="{D4BDF668-1266-482B-A1E8-C0CEEE674A6D}">
      <dgm:prSet/>
      <dgm:spPr/>
      <dgm:t>
        <a:bodyPr/>
        <a:lstStyle/>
        <a:p>
          <a:pPr>
            <a:lnSpc>
              <a:spcPct val="100000"/>
            </a:lnSpc>
          </a:pPr>
          <a:r>
            <a:rPr lang="en-IN" b="1"/>
            <a:t>Sequence Diagram</a:t>
          </a:r>
          <a:br>
            <a:rPr lang="en-IN"/>
          </a:br>
          <a:r>
            <a:rPr lang="en-IN"/>
            <a:t>Represents the chronological interaction between actors and system objects.</a:t>
          </a:r>
          <a:endParaRPr lang="en-US"/>
        </a:p>
      </dgm:t>
    </dgm:pt>
    <dgm:pt modelId="{D5394162-A4AF-41F4-B45A-49FEE8FE4507}" type="parTrans" cxnId="{EC73350E-96E8-4C99-A497-4A868D769174}">
      <dgm:prSet/>
      <dgm:spPr/>
      <dgm:t>
        <a:bodyPr/>
        <a:lstStyle/>
        <a:p>
          <a:endParaRPr lang="en-US"/>
        </a:p>
      </dgm:t>
    </dgm:pt>
    <dgm:pt modelId="{03618B15-C7C4-4D1B-854B-364260745BC1}" type="sibTrans" cxnId="{EC73350E-96E8-4C99-A497-4A868D769174}">
      <dgm:prSet/>
      <dgm:spPr/>
      <dgm:t>
        <a:bodyPr/>
        <a:lstStyle/>
        <a:p>
          <a:endParaRPr lang="en-US"/>
        </a:p>
      </dgm:t>
    </dgm:pt>
    <dgm:pt modelId="{302D6229-C4EB-484D-B322-AFFAF8B53950}">
      <dgm:prSet/>
      <dgm:spPr/>
      <dgm:t>
        <a:bodyPr/>
        <a:lstStyle/>
        <a:p>
          <a:pPr>
            <a:lnSpc>
              <a:spcPct val="100000"/>
            </a:lnSpc>
          </a:pPr>
          <a:r>
            <a:rPr lang="en-IN" b="1"/>
            <a:t>Activity Diagram</a:t>
          </a:r>
          <a:br>
            <a:rPr lang="en-IN"/>
          </a:br>
          <a:r>
            <a:rPr lang="en-IN"/>
            <a:t>Represents the workflow of airport operations.</a:t>
          </a:r>
          <a:endParaRPr lang="en-US"/>
        </a:p>
      </dgm:t>
    </dgm:pt>
    <dgm:pt modelId="{AC79CFAC-19AE-4E97-A85A-D259754F738A}" type="parTrans" cxnId="{FD0C95F2-7C0D-48C7-8D98-B0B1C4FFE1B4}">
      <dgm:prSet/>
      <dgm:spPr/>
      <dgm:t>
        <a:bodyPr/>
        <a:lstStyle/>
        <a:p>
          <a:endParaRPr lang="en-US"/>
        </a:p>
      </dgm:t>
    </dgm:pt>
    <dgm:pt modelId="{EA2766D2-899D-4735-937D-ADCAD823DFAF}" type="sibTrans" cxnId="{FD0C95F2-7C0D-48C7-8D98-B0B1C4FFE1B4}">
      <dgm:prSet/>
      <dgm:spPr/>
      <dgm:t>
        <a:bodyPr/>
        <a:lstStyle/>
        <a:p>
          <a:endParaRPr lang="en-US"/>
        </a:p>
      </dgm:t>
    </dgm:pt>
    <dgm:pt modelId="{139B01DF-4C96-45D7-9A33-E7BD45C56322}">
      <dgm:prSet/>
      <dgm:spPr/>
      <dgm:t>
        <a:bodyPr/>
        <a:lstStyle/>
        <a:p>
          <a:pPr>
            <a:lnSpc>
              <a:spcPct val="100000"/>
            </a:lnSpc>
          </a:pPr>
          <a:r>
            <a:rPr lang="en-IN" b="1"/>
            <a:t>State Diagram</a:t>
          </a:r>
          <a:br>
            <a:rPr lang="en-IN"/>
          </a:br>
          <a:r>
            <a:rPr lang="en-IN"/>
            <a:t>Represents changes in the state of an object during its lifecycle.</a:t>
          </a:r>
          <a:endParaRPr lang="en-US"/>
        </a:p>
      </dgm:t>
    </dgm:pt>
    <dgm:pt modelId="{0C17B76B-A934-473F-807B-08F0A6847A27}" type="parTrans" cxnId="{30A7D9AD-E2AA-49F9-B4AC-3D1E9305F482}">
      <dgm:prSet/>
      <dgm:spPr/>
      <dgm:t>
        <a:bodyPr/>
        <a:lstStyle/>
        <a:p>
          <a:endParaRPr lang="en-US"/>
        </a:p>
      </dgm:t>
    </dgm:pt>
    <dgm:pt modelId="{D8F22BA1-0AE2-4896-B888-877F196E1591}" type="sibTrans" cxnId="{30A7D9AD-E2AA-49F9-B4AC-3D1E9305F482}">
      <dgm:prSet/>
      <dgm:spPr/>
      <dgm:t>
        <a:bodyPr/>
        <a:lstStyle/>
        <a:p>
          <a:endParaRPr lang="en-US"/>
        </a:p>
      </dgm:t>
    </dgm:pt>
    <dgm:pt modelId="{7B381BEE-083F-4A09-97DB-DE1F205ABB02}">
      <dgm:prSet/>
      <dgm:spPr/>
      <dgm:t>
        <a:bodyPr/>
        <a:lstStyle/>
        <a:p>
          <a:pPr>
            <a:lnSpc>
              <a:spcPct val="100000"/>
            </a:lnSpc>
          </a:pPr>
          <a:r>
            <a:rPr lang="en-IN" b="1"/>
            <a:t>Component Diagram</a:t>
          </a:r>
          <a:br>
            <a:rPr lang="en-IN"/>
          </a:br>
          <a:r>
            <a:rPr lang="en-IN"/>
            <a:t>Shows the major software components and their dependencies.</a:t>
          </a:r>
          <a:endParaRPr lang="en-US"/>
        </a:p>
      </dgm:t>
    </dgm:pt>
    <dgm:pt modelId="{9F1D5E4F-4657-4518-88EE-70578CE63040}" type="parTrans" cxnId="{62EDFDF5-EB8A-48C5-9FD8-EEF3040F4244}">
      <dgm:prSet/>
      <dgm:spPr/>
      <dgm:t>
        <a:bodyPr/>
        <a:lstStyle/>
        <a:p>
          <a:endParaRPr lang="en-US"/>
        </a:p>
      </dgm:t>
    </dgm:pt>
    <dgm:pt modelId="{14B3BE87-2E44-4D4F-B8A8-B187DB2314E8}" type="sibTrans" cxnId="{62EDFDF5-EB8A-48C5-9FD8-EEF3040F4244}">
      <dgm:prSet/>
      <dgm:spPr/>
      <dgm:t>
        <a:bodyPr/>
        <a:lstStyle/>
        <a:p>
          <a:endParaRPr lang="en-US"/>
        </a:p>
      </dgm:t>
    </dgm:pt>
    <dgm:pt modelId="{8EC26E1B-F696-4D84-891F-5A40A473F66C}">
      <dgm:prSet/>
      <dgm:spPr/>
      <dgm:t>
        <a:bodyPr/>
        <a:lstStyle/>
        <a:p>
          <a:pPr>
            <a:lnSpc>
              <a:spcPct val="100000"/>
            </a:lnSpc>
          </a:pPr>
          <a:r>
            <a:rPr lang="en-IN" b="1"/>
            <a:t>Deployment Diagram</a:t>
          </a:r>
          <a:br>
            <a:rPr lang="en-IN"/>
          </a:br>
          <a:r>
            <a:rPr lang="en-IN"/>
            <a:t>Shows how the software components are deployed across physical devices and servers.</a:t>
          </a:r>
          <a:endParaRPr lang="en-US"/>
        </a:p>
      </dgm:t>
    </dgm:pt>
    <dgm:pt modelId="{AF709FB1-973C-451A-AE17-4DFE18F98349}" type="parTrans" cxnId="{473C8769-9408-429F-819E-A348DB68FE49}">
      <dgm:prSet/>
      <dgm:spPr/>
      <dgm:t>
        <a:bodyPr/>
        <a:lstStyle/>
        <a:p>
          <a:endParaRPr lang="en-US"/>
        </a:p>
      </dgm:t>
    </dgm:pt>
    <dgm:pt modelId="{857706B0-B165-44C6-983B-09D8C0D09F97}" type="sibTrans" cxnId="{473C8769-9408-429F-819E-A348DB68FE49}">
      <dgm:prSet/>
      <dgm:spPr/>
      <dgm:t>
        <a:bodyPr/>
        <a:lstStyle/>
        <a:p>
          <a:endParaRPr lang="en-US"/>
        </a:p>
      </dgm:t>
    </dgm:pt>
    <dgm:pt modelId="{0440BAA2-DC30-47DA-9FB0-71C13A540BCA}" type="pres">
      <dgm:prSet presAssocID="{827254B2-3DEC-43EC-AA61-BD2428353484}" presName="root" presStyleCnt="0">
        <dgm:presLayoutVars>
          <dgm:dir/>
          <dgm:resizeHandles val="exact"/>
        </dgm:presLayoutVars>
      </dgm:prSet>
      <dgm:spPr/>
    </dgm:pt>
    <dgm:pt modelId="{A5F1123F-2C88-489E-BC8B-5FBE93350A22}" type="pres">
      <dgm:prSet presAssocID="{1DF0A252-FBDB-4DF8-9F71-A71FE2627381}" presName="compNode" presStyleCnt="0"/>
      <dgm:spPr/>
    </dgm:pt>
    <dgm:pt modelId="{E3FF8332-FDF1-41EF-A037-B9A1BAB98D53}" type="pres">
      <dgm:prSet presAssocID="{1DF0A252-FBDB-4DF8-9F71-A71FE2627381}" presName="bgRect" presStyleLbl="bgShp" presStyleIdx="0" presStyleCnt="7"/>
      <dgm:spPr/>
    </dgm:pt>
    <dgm:pt modelId="{C895539E-EB57-4EF7-9638-0AD4905166AE}" type="pres">
      <dgm:prSet presAssocID="{1DF0A252-FBDB-4DF8-9F71-A71FE2627381}"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ierarchy"/>
        </a:ext>
      </dgm:extLst>
    </dgm:pt>
    <dgm:pt modelId="{7C5AE47B-7166-4DD4-92BE-6F986D0FD3E2}" type="pres">
      <dgm:prSet presAssocID="{1DF0A252-FBDB-4DF8-9F71-A71FE2627381}" presName="spaceRect" presStyleCnt="0"/>
      <dgm:spPr/>
    </dgm:pt>
    <dgm:pt modelId="{98854045-9732-4CB5-86C8-BC5B60E14B64}" type="pres">
      <dgm:prSet presAssocID="{1DF0A252-FBDB-4DF8-9F71-A71FE2627381}" presName="parTx" presStyleLbl="revTx" presStyleIdx="0" presStyleCnt="7">
        <dgm:presLayoutVars>
          <dgm:chMax val="0"/>
          <dgm:chPref val="0"/>
        </dgm:presLayoutVars>
      </dgm:prSet>
      <dgm:spPr/>
    </dgm:pt>
    <dgm:pt modelId="{DFFD63FD-36D8-43F1-808D-2C9DFA06E65A}" type="pres">
      <dgm:prSet presAssocID="{72D4169D-913C-4878-8801-2B4EE53A085A}" presName="sibTrans" presStyleCnt="0"/>
      <dgm:spPr/>
    </dgm:pt>
    <dgm:pt modelId="{CE4CB3BA-2300-4F6E-AD30-C4E1CDD2F871}" type="pres">
      <dgm:prSet presAssocID="{0880B078-2CA0-4B15-96AB-DA88EC96A0A8}" presName="compNode" presStyleCnt="0"/>
      <dgm:spPr/>
    </dgm:pt>
    <dgm:pt modelId="{55696180-9B52-416B-863A-70E4EC7698A6}" type="pres">
      <dgm:prSet presAssocID="{0880B078-2CA0-4B15-96AB-DA88EC96A0A8}" presName="bgRect" presStyleLbl="bgShp" presStyleIdx="1" presStyleCnt="7"/>
      <dgm:spPr/>
    </dgm:pt>
    <dgm:pt modelId="{CF143B4C-2458-4794-91FF-9E63058C1EDF}" type="pres">
      <dgm:prSet presAssocID="{0880B078-2CA0-4B15-96AB-DA88EC96A0A8}"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rcles with Lines"/>
        </a:ext>
      </dgm:extLst>
    </dgm:pt>
    <dgm:pt modelId="{453770BC-D0DD-49DE-8C8D-FB1D868FE686}" type="pres">
      <dgm:prSet presAssocID="{0880B078-2CA0-4B15-96AB-DA88EC96A0A8}" presName="spaceRect" presStyleCnt="0"/>
      <dgm:spPr/>
    </dgm:pt>
    <dgm:pt modelId="{B43F736A-2521-45DB-BC6F-D8470A480E04}" type="pres">
      <dgm:prSet presAssocID="{0880B078-2CA0-4B15-96AB-DA88EC96A0A8}" presName="parTx" presStyleLbl="revTx" presStyleIdx="1" presStyleCnt="7">
        <dgm:presLayoutVars>
          <dgm:chMax val="0"/>
          <dgm:chPref val="0"/>
        </dgm:presLayoutVars>
      </dgm:prSet>
      <dgm:spPr/>
    </dgm:pt>
    <dgm:pt modelId="{1DFCF7FE-47C2-48FB-A924-53D3A716A129}" type="pres">
      <dgm:prSet presAssocID="{38CCE9B1-7C1A-4EC3-8055-EADBA90EAD81}" presName="sibTrans" presStyleCnt="0"/>
      <dgm:spPr/>
    </dgm:pt>
    <dgm:pt modelId="{72057331-A05A-4BD2-B06C-38A001816EAE}" type="pres">
      <dgm:prSet presAssocID="{D4BDF668-1266-482B-A1E8-C0CEEE674A6D}" presName="compNode" presStyleCnt="0"/>
      <dgm:spPr/>
    </dgm:pt>
    <dgm:pt modelId="{BB0A9730-893A-46EA-AA39-E92B0DDF71DC}" type="pres">
      <dgm:prSet presAssocID="{D4BDF668-1266-482B-A1E8-C0CEEE674A6D}" presName="bgRect" presStyleLbl="bgShp" presStyleIdx="2" presStyleCnt="7"/>
      <dgm:spPr/>
    </dgm:pt>
    <dgm:pt modelId="{058D4DD8-C073-45DD-BDE8-A3243F324FD5}" type="pres">
      <dgm:prSet presAssocID="{D4BDF668-1266-482B-A1E8-C0CEEE674A6D}"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Network Diagram"/>
        </a:ext>
      </dgm:extLst>
    </dgm:pt>
    <dgm:pt modelId="{F7ABA9A5-3773-4CEB-8835-AA30EF28492B}" type="pres">
      <dgm:prSet presAssocID="{D4BDF668-1266-482B-A1E8-C0CEEE674A6D}" presName="spaceRect" presStyleCnt="0"/>
      <dgm:spPr/>
    </dgm:pt>
    <dgm:pt modelId="{4C14A4F7-D058-4877-A7FE-FB1A2AD58FD5}" type="pres">
      <dgm:prSet presAssocID="{D4BDF668-1266-482B-A1E8-C0CEEE674A6D}" presName="parTx" presStyleLbl="revTx" presStyleIdx="2" presStyleCnt="7">
        <dgm:presLayoutVars>
          <dgm:chMax val="0"/>
          <dgm:chPref val="0"/>
        </dgm:presLayoutVars>
      </dgm:prSet>
      <dgm:spPr/>
    </dgm:pt>
    <dgm:pt modelId="{CB386E97-17C6-4BB8-9362-0B7CE44E6142}" type="pres">
      <dgm:prSet presAssocID="{03618B15-C7C4-4D1B-854B-364260745BC1}" presName="sibTrans" presStyleCnt="0"/>
      <dgm:spPr/>
    </dgm:pt>
    <dgm:pt modelId="{18D763E1-59F0-42F0-9E8A-32DDF35A7E2E}" type="pres">
      <dgm:prSet presAssocID="{302D6229-C4EB-484D-B322-AFFAF8B53950}" presName="compNode" presStyleCnt="0"/>
      <dgm:spPr/>
    </dgm:pt>
    <dgm:pt modelId="{84DF70D9-7F3E-47F5-BBCE-7C28B8DAF690}" type="pres">
      <dgm:prSet presAssocID="{302D6229-C4EB-484D-B322-AFFAF8B53950}" presName="bgRect" presStyleLbl="bgShp" presStyleIdx="3" presStyleCnt="7"/>
      <dgm:spPr/>
    </dgm:pt>
    <dgm:pt modelId="{11EA981D-9E0D-48A2-84C1-D5809990E469}" type="pres">
      <dgm:prSet presAssocID="{302D6229-C4EB-484D-B322-AFFAF8B53950}"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eroplane"/>
        </a:ext>
      </dgm:extLst>
    </dgm:pt>
    <dgm:pt modelId="{035F4A7F-E5C3-434B-AA8E-E23A325750CB}" type="pres">
      <dgm:prSet presAssocID="{302D6229-C4EB-484D-B322-AFFAF8B53950}" presName="spaceRect" presStyleCnt="0"/>
      <dgm:spPr/>
    </dgm:pt>
    <dgm:pt modelId="{A2E1EA50-6310-4F51-9114-A9E419BE1F07}" type="pres">
      <dgm:prSet presAssocID="{302D6229-C4EB-484D-B322-AFFAF8B53950}" presName="parTx" presStyleLbl="revTx" presStyleIdx="3" presStyleCnt="7">
        <dgm:presLayoutVars>
          <dgm:chMax val="0"/>
          <dgm:chPref val="0"/>
        </dgm:presLayoutVars>
      </dgm:prSet>
      <dgm:spPr/>
    </dgm:pt>
    <dgm:pt modelId="{6050E699-E39C-441F-90E2-6F0882977CD2}" type="pres">
      <dgm:prSet presAssocID="{EA2766D2-899D-4735-937D-ADCAD823DFAF}" presName="sibTrans" presStyleCnt="0"/>
      <dgm:spPr/>
    </dgm:pt>
    <dgm:pt modelId="{64E997C5-7DED-4825-8B23-05B07DFF06A6}" type="pres">
      <dgm:prSet presAssocID="{139B01DF-4C96-45D7-9A33-E7BD45C56322}" presName="compNode" presStyleCnt="0"/>
      <dgm:spPr/>
    </dgm:pt>
    <dgm:pt modelId="{93FDB267-E688-47FD-B754-918B86380E46}" type="pres">
      <dgm:prSet presAssocID="{139B01DF-4C96-45D7-9A33-E7BD45C56322}" presName="bgRect" presStyleLbl="bgShp" presStyleIdx="4" presStyleCnt="7"/>
      <dgm:spPr/>
    </dgm:pt>
    <dgm:pt modelId="{0C8417BA-2294-4B78-8ED4-FF55C3C2AB57}" type="pres">
      <dgm:prSet presAssocID="{139B01DF-4C96-45D7-9A33-E7BD45C56322}"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Arrow Circle"/>
        </a:ext>
      </dgm:extLst>
    </dgm:pt>
    <dgm:pt modelId="{0F493211-388E-488A-AB24-B52887B9D5A0}" type="pres">
      <dgm:prSet presAssocID="{139B01DF-4C96-45D7-9A33-E7BD45C56322}" presName="spaceRect" presStyleCnt="0"/>
      <dgm:spPr/>
    </dgm:pt>
    <dgm:pt modelId="{534884B3-A744-4761-85FF-6CD11C5D3799}" type="pres">
      <dgm:prSet presAssocID="{139B01DF-4C96-45D7-9A33-E7BD45C56322}" presName="parTx" presStyleLbl="revTx" presStyleIdx="4" presStyleCnt="7">
        <dgm:presLayoutVars>
          <dgm:chMax val="0"/>
          <dgm:chPref val="0"/>
        </dgm:presLayoutVars>
      </dgm:prSet>
      <dgm:spPr/>
    </dgm:pt>
    <dgm:pt modelId="{4EE223CD-1CA3-40B1-9D5E-3DA5DBCFB509}" type="pres">
      <dgm:prSet presAssocID="{D8F22BA1-0AE2-4896-B888-877F196E1591}" presName="sibTrans" presStyleCnt="0"/>
      <dgm:spPr/>
    </dgm:pt>
    <dgm:pt modelId="{4F1AF0B0-B881-43FF-8088-4663221E12DA}" type="pres">
      <dgm:prSet presAssocID="{7B381BEE-083F-4A09-97DB-DE1F205ABB02}" presName="compNode" presStyleCnt="0"/>
      <dgm:spPr/>
    </dgm:pt>
    <dgm:pt modelId="{1EBAE6C9-798F-47F4-969E-321F9BE64F08}" type="pres">
      <dgm:prSet presAssocID="{7B381BEE-083F-4A09-97DB-DE1F205ABB02}" presName="bgRect" presStyleLbl="bgShp" presStyleIdx="5" presStyleCnt="7"/>
      <dgm:spPr/>
    </dgm:pt>
    <dgm:pt modelId="{5B5CB5B5-0F7B-4CAF-A97C-4E9A52550C75}" type="pres">
      <dgm:prSet presAssocID="{7B381BEE-083F-4A09-97DB-DE1F205ABB02}"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036FA345-F42C-4CE4-8412-817393152C06}" type="pres">
      <dgm:prSet presAssocID="{7B381BEE-083F-4A09-97DB-DE1F205ABB02}" presName="spaceRect" presStyleCnt="0"/>
      <dgm:spPr/>
    </dgm:pt>
    <dgm:pt modelId="{6881C3B1-A7EA-4AC3-9322-CF3789FE1522}" type="pres">
      <dgm:prSet presAssocID="{7B381BEE-083F-4A09-97DB-DE1F205ABB02}" presName="parTx" presStyleLbl="revTx" presStyleIdx="5" presStyleCnt="7">
        <dgm:presLayoutVars>
          <dgm:chMax val="0"/>
          <dgm:chPref val="0"/>
        </dgm:presLayoutVars>
      </dgm:prSet>
      <dgm:spPr/>
    </dgm:pt>
    <dgm:pt modelId="{D50EAB46-0007-470B-BDDA-1129371C23A9}" type="pres">
      <dgm:prSet presAssocID="{14B3BE87-2E44-4D4F-B8A8-B187DB2314E8}" presName="sibTrans" presStyleCnt="0"/>
      <dgm:spPr/>
    </dgm:pt>
    <dgm:pt modelId="{54461258-B518-43B1-9D96-3AD290D53505}" type="pres">
      <dgm:prSet presAssocID="{8EC26E1B-F696-4D84-891F-5A40A473F66C}" presName="compNode" presStyleCnt="0"/>
      <dgm:spPr/>
    </dgm:pt>
    <dgm:pt modelId="{CE2F6A2F-A83F-4BC9-93DA-1D1C2FE0FB70}" type="pres">
      <dgm:prSet presAssocID="{8EC26E1B-F696-4D84-891F-5A40A473F66C}" presName="bgRect" presStyleLbl="bgShp" presStyleIdx="6" presStyleCnt="7"/>
      <dgm:spPr/>
    </dgm:pt>
    <dgm:pt modelId="{781D2BBF-90A4-4922-A060-8256C28B1EB1}" type="pres">
      <dgm:prSet presAssocID="{8EC26E1B-F696-4D84-891F-5A40A473F66C}"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Computer"/>
        </a:ext>
      </dgm:extLst>
    </dgm:pt>
    <dgm:pt modelId="{E95AC36F-B43E-4328-9858-86761484E10C}" type="pres">
      <dgm:prSet presAssocID="{8EC26E1B-F696-4D84-891F-5A40A473F66C}" presName="spaceRect" presStyleCnt="0"/>
      <dgm:spPr/>
    </dgm:pt>
    <dgm:pt modelId="{0E4E9E5D-05AD-4D45-9B39-B876F10D31F6}" type="pres">
      <dgm:prSet presAssocID="{8EC26E1B-F696-4D84-891F-5A40A473F66C}" presName="parTx" presStyleLbl="revTx" presStyleIdx="6" presStyleCnt="7">
        <dgm:presLayoutVars>
          <dgm:chMax val="0"/>
          <dgm:chPref val="0"/>
        </dgm:presLayoutVars>
      </dgm:prSet>
      <dgm:spPr/>
    </dgm:pt>
  </dgm:ptLst>
  <dgm:cxnLst>
    <dgm:cxn modelId="{5377320D-2B72-43C0-9C14-9C4931CF3D6B}" type="presOf" srcId="{302D6229-C4EB-484D-B322-AFFAF8B53950}" destId="{A2E1EA50-6310-4F51-9114-A9E419BE1F07}" srcOrd="0" destOrd="0" presId="urn:microsoft.com/office/officeart/2018/2/layout/IconVerticalSolidList"/>
    <dgm:cxn modelId="{EC73350E-96E8-4C99-A497-4A868D769174}" srcId="{827254B2-3DEC-43EC-AA61-BD2428353484}" destId="{D4BDF668-1266-482B-A1E8-C0CEEE674A6D}" srcOrd="2" destOrd="0" parTransId="{D5394162-A4AF-41F4-B45A-49FEE8FE4507}" sibTransId="{03618B15-C7C4-4D1B-854B-364260745BC1}"/>
    <dgm:cxn modelId="{9B5B8A1E-D89E-4A25-A841-AEDEA353B253}" type="presOf" srcId="{8EC26E1B-F696-4D84-891F-5A40A473F66C}" destId="{0E4E9E5D-05AD-4D45-9B39-B876F10D31F6}" srcOrd="0" destOrd="0" presId="urn:microsoft.com/office/officeart/2018/2/layout/IconVerticalSolidList"/>
    <dgm:cxn modelId="{F00B6C2A-264C-49C2-85FB-B4C0054930FB}" srcId="{827254B2-3DEC-43EC-AA61-BD2428353484}" destId="{0880B078-2CA0-4B15-96AB-DA88EC96A0A8}" srcOrd="1" destOrd="0" parTransId="{0C41179A-D4CE-4BA0-8BD5-416C23219F43}" sibTransId="{38CCE9B1-7C1A-4EC3-8055-EADBA90EAD81}"/>
    <dgm:cxn modelId="{E01E5157-E534-4A79-BA37-01E897014D29}" type="presOf" srcId="{1DF0A252-FBDB-4DF8-9F71-A71FE2627381}" destId="{98854045-9732-4CB5-86C8-BC5B60E14B64}" srcOrd="0" destOrd="0" presId="urn:microsoft.com/office/officeart/2018/2/layout/IconVerticalSolidList"/>
    <dgm:cxn modelId="{DFC3405B-73A3-496F-B807-F078AA71F47D}" srcId="{827254B2-3DEC-43EC-AA61-BD2428353484}" destId="{1DF0A252-FBDB-4DF8-9F71-A71FE2627381}" srcOrd="0" destOrd="0" parTransId="{2052FAD5-F06C-485D-A455-EF750DB4DE2A}" sibTransId="{72D4169D-913C-4878-8801-2B4EE53A085A}"/>
    <dgm:cxn modelId="{473C8769-9408-429F-819E-A348DB68FE49}" srcId="{827254B2-3DEC-43EC-AA61-BD2428353484}" destId="{8EC26E1B-F696-4D84-891F-5A40A473F66C}" srcOrd="6" destOrd="0" parTransId="{AF709FB1-973C-451A-AE17-4DFE18F98349}" sibTransId="{857706B0-B165-44C6-983B-09D8C0D09F97}"/>
    <dgm:cxn modelId="{DAC5307D-791E-46EF-811C-C01377C42B59}" type="presOf" srcId="{139B01DF-4C96-45D7-9A33-E7BD45C56322}" destId="{534884B3-A744-4761-85FF-6CD11C5D3799}" srcOrd="0" destOrd="0" presId="urn:microsoft.com/office/officeart/2018/2/layout/IconVerticalSolidList"/>
    <dgm:cxn modelId="{30A7D9AD-E2AA-49F9-B4AC-3D1E9305F482}" srcId="{827254B2-3DEC-43EC-AA61-BD2428353484}" destId="{139B01DF-4C96-45D7-9A33-E7BD45C56322}" srcOrd="4" destOrd="0" parTransId="{0C17B76B-A934-473F-807B-08F0A6847A27}" sibTransId="{D8F22BA1-0AE2-4896-B888-877F196E1591}"/>
    <dgm:cxn modelId="{777BE9C0-1343-4985-92F3-F188E7237A88}" type="presOf" srcId="{827254B2-3DEC-43EC-AA61-BD2428353484}" destId="{0440BAA2-DC30-47DA-9FB0-71C13A540BCA}" srcOrd="0" destOrd="0" presId="urn:microsoft.com/office/officeart/2018/2/layout/IconVerticalSolidList"/>
    <dgm:cxn modelId="{53104AE7-845F-4469-A033-4FEF89898626}" type="presOf" srcId="{D4BDF668-1266-482B-A1E8-C0CEEE674A6D}" destId="{4C14A4F7-D058-4877-A7FE-FB1A2AD58FD5}" srcOrd="0" destOrd="0" presId="urn:microsoft.com/office/officeart/2018/2/layout/IconVerticalSolidList"/>
    <dgm:cxn modelId="{D56BF3E7-852E-48B8-8565-85BC1F7058C5}" type="presOf" srcId="{0880B078-2CA0-4B15-96AB-DA88EC96A0A8}" destId="{B43F736A-2521-45DB-BC6F-D8470A480E04}" srcOrd="0" destOrd="0" presId="urn:microsoft.com/office/officeart/2018/2/layout/IconVerticalSolidList"/>
    <dgm:cxn modelId="{CD7CC2EC-1F6E-4A45-A7EF-DBF66A320B64}" type="presOf" srcId="{7B381BEE-083F-4A09-97DB-DE1F205ABB02}" destId="{6881C3B1-A7EA-4AC3-9322-CF3789FE1522}" srcOrd="0" destOrd="0" presId="urn:microsoft.com/office/officeart/2018/2/layout/IconVerticalSolidList"/>
    <dgm:cxn modelId="{FD0C95F2-7C0D-48C7-8D98-B0B1C4FFE1B4}" srcId="{827254B2-3DEC-43EC-AA61-BD2428353484}" destId="{302D6229-C4EB-484D-B322-AFFAF8B53950}" srcOrd="3" destOrd="0" parTransId="{AC79CFAC-19AE-4E97-A85A-D259754F738A}" sibTransId="{EA2766D2-899D-4735-937D-ADCAD823DFAF}"/>
    <dgm:cxn modelId="{62EDFDF5-EB8A-48C5-9FD8-EEF3040F4244}" srcId="{827254B2-3DEC-43EC-AA61-BD2428353484}" destId="{7B381BEE-083F-4A09-97DB-DE1F205ABB02}" srcOrd="5" destOrd="0" parTransId="{9F1D5E4F-4657-4518-88EE-70578CE63040}" sibTransId="{14B3BE87-2E44-4D4F-B8A8-B187DB2314E8}"/>
    <dgm:cxn modelId="{7E83D80E-5153-4ADA-A6AF-E7DF912AD589}" type="presParOf" srcId="{0440BAA2-DC30-47DA-9FB0-71C13A540BCA}" destId="{A5F1123F-2C88-489E-BC8B-5FBE93350A22}" srcOrd="0" destOrd="0" presId="urn:microsoft.com/office/officeart/2018/2/layout/IconVerticalSolidList"/>
    <dgm:cxn modelId="{A18B9666-8AD2-4AF4-9FF3-F561B32DE5FA}" type="presParOf" srcId="{A5F1123F-2C88-489E-BC8B-5FBE93350A22}" destId="{E3FF8332-FDF1-41EF-A037-B9A1BAB98D53}" srcOrd="0" destOrd="0" presId="urn:microsoft.com/office/officeart/2018/2/layout/IconVerticalSolidList"/>
    <dgm:cxn modelId="{44BA6854-DF66-488E-9741-4A16F949506D}" type="presParOf" srcId="{A5F1123F-2C88-489E-BC8B-5FBE93350A22}" destId="{C895539E-EB57-4EF7-9638-0AD4905166AE}" srcOrd="1" destOrd="0" presId="urn:microsoft.com/office/officeart/2018/2/layout/IconVerticalSolidList"/>
    <dgm:cxn modelId="{2425849B-49AD-4CC9-9A98-1AF96ABDA8F3}" type="presParOf" srcId="{A5F1123F-2C88-489E-BC8B-5FBE93350A22}" destId="{7C5AE47B-7166-4DD4-92BE-6F986D0FD3E2}" srcOrd="2" destOrd="0" presId="urn:microsoft.com/office/officeart/2018/2/layout/IconVerticalSolidList"/>
    <dgm:cxn modelId="{0FFA43E3-82E4-4D01-9118-4CA30D1CCBDE}" type="presParOf" srcId="{A5F1123F-2C88-489E-BC8B-5FBE93350A22}" destId="{98854045-9732-4CB5-86C8-BC5B60E14B64}" srcOrd="3" destOrd="0" presId="urn:microsoft.com/office/officeart/2018/2/layout/IconVerticalSolidList"/>
    <dgm:cxn modelId="{8826DFED-D1D2-4C8D-B44A-92C3509F5C19}" type="presParOf" srcId="{0440BAA2-DC30-47DA-9FB0-71C13A540BCA}" destId="{DFFD63FD-36D8-43F1-808D-2C9DFA06E65A}" srcOrd="1" destOrd="0" presId="urn:microsoft.com/office/officeart/2018/2/layout/IconVerticalSolidList"/>
    <dgm:cxn modelId="{07EDE48C-9A26-4190-B766-A5A98F981986}" type="presParOf" srcId="{0440BAA2-DC30-47DA-9FB0-71C13A540BCA}" destId="{CE4CB3BA-2300-4F6E-AD30-C4E1CDD2F871}" srcOrd="2" destOrd="0" presId="urn:microsoft.com/office/officeart/2018/2/layout/IconVerticalSolidList"/>
    <dgm:cxn modelId="{77478276-4F70-4F71-A36B-B3B1ABE3CF1E}" type="presParOf" srcId="{CE4CB3BA-2300-4F6E-AD30-C4E1CDD2F871}" destId="{55696180-9B52-416B-863A-70E4EC7698A6}" srcOrd="0" destOrd="0" presId="urn:microsoft.com/office/officeart/2018/2/layout/IconVerticalSolidList"/>
    <dgm:cxn modelId="{46F1F4E0-9AF9-4899-97D6-C48521E3C145}" type="presParOf" srcId="{CE4CB3BA-2300-4F6E-AD30-C4E1CDD2F871}" destId="{CF143B4C-2458-4794-91FF-9E63058C1EDF}" srcOrd="1" destOrd="0" presId="urn:microsoft.com/office/officeart/2018/2/layout/IconVerticalSolidList"/>
    <dgm:cxn modelId="{4CF74285-1810-403C-BB78-AD3ACAF1CA46}" type="presParOf" srcId="{CE4CB3BA-2300-4F6E-AD30-C4E1CDD2F871}" destId="{453770BC-D0DD-49DE-8C8D-FB1D868FE686}" srcOrd="2" destOrd="0" presId="urn:microsoft.com/office/officeart/2018/2/layout/IconVerticalSolidList"/>
    <dgm:cxn modelId="{D061904C-CD23-44C4-B67A-6514F0DC7471}" type="presParOf" srcId="{CE4CB3BA-2300-4F6E-AD30-C4E1CDD2F871}" destId="{B43F736A-2521-45DB-BC6F-D8470A480E04}" srcOrd="3" destOrd="0" presId="urn:microsoft.com/office/officeart/2018/2/layout/IconVerticalSolidList"/>
    <dgm:cxn modelId="{6C74D125-A527-4461-9426-F7FF63B4FEB3}" type="presParOf" srcId="{0440BAA2-DC30-47DA-9FB0-71C13A540BCA}" destId="{1DFCF7FE-47C2-48FB-A924-53D3A716A129}" srcOrd="3" destOrd="0" presId="urn:microsoft.com/office/officeart/2018/2/layout/IconVerticalSolidList"/>
    <dgm:cxn modelId="{42EFF502-4400-495A-B611-969D2EC24339}" type="presParOf" srcId="{0440BAA2-DC30-47DA-9FB0-71C13A540BCA}" destId="{72057331-A05A-4BD2-B06C-38A001816EAE}" srcOrd="4" destOrd="0" presId="urn:microsoft.com/office/officeart/2018/2/layout/IconVerticalSolidList"/>
    <dgm:cxn modelId="{10E18B76-3696-4AAE-BAD4-BE1F0C471692}" type="presParOf" srcId="{72057331-A05A-4BD2-B06C-38A001816EAE}" destId="{BB0A9730-893A-46EA-AA39-E92B0DDF71DC}" srcOrd="0" destOrd="0" presId="urn:microsoft.com/office/officeart/2018/2/layout/IconVerticalSolidList"/>
    <dgm:cxn modelId="{CC6E64F7-A5BD-458B-B5F0-4EF49B35C42E}" type="presParOf" srcId="{72057331-A05A-4BD2-B06C-38A001816EAE}" destId="{058D4DD8-C073-45DD-BDE8-A3243F324FD5}" srcOrd="1" destOrd="0" presId="urn:microsoft.com/office/officeart/2018/2/layout/IconVerticalSolidList"/>
    <dgm:cxn modelId="{FFD36588-7E04-4EE4-A134-03BC9533F27F}" type="presParOf" srcId="{72057331-A05A-4BD2-B06C-38A001816EAE}" destId="{F7ABA9A5-3773-4CEB-8835-AA30EF28492B}" srcOrd="2" destOrd="0" presId="urn:microsoft.com/office/officeart/2018/2/layout/IconVerticalSolidList"/>
    <dgm:cxn modelId="{7D5F448E-916A-45D3-9E82-A702FE25D303}" type="presParOf" srcId="{72057331-A05A-4BD2-B06C-38A001816EAE}" destId="{4C14A4F7-D058-4877-A7FE-FB1A2AD58FD5}" srcOrd="3" destOrd="0" presId="urn:microsoft.com/office/officeart/2018/2/layout/IconVerticalSolidList"/>
    <dgm:cxn modelId="{CB69AC58-8830-42DE-B55C-863DF0773476}" type="presParOf" srcId="{0440BAA2-DC30-47DA-9FB0-71C13A540BCA}" destId="{CB386E97-17C6-4BB8-9362-0B7CE44E6142}" srcOrd="5" destOrd="0" presId="urn:microsoft.com/office/officeart/2018/2/layout/IconVerticalSolidList"/>
    <dgm:cxn modelId="{66347849-17D1-4C0D-B418-4A27710F0A30}" type="presParOf" srcId="{0440BAA2-DC30-47DA-9FB0-71C13A540BCA}" destId="{18D763E1-59F0-42F0-9E8A-32DDF35A7E2E}" srcOrd="6" destOrd="0" presId="urn:microsoft.com/office/officeart/2018/2/layout/IconVerticalSolidList"/>
    <dgm:cxn modelId="{6EE89450-096E-490B-9EB6-33B73752FC5C}" type="presParOf" srcId="{18D763E1-59F0-42F0-9E8A-32DDF35A7E2E}" destId="{84DF70D9-7F3E-47F5-BBCE-7C28B8DAF690}" srcOrd="0" destOrd="0" presId="urn:microsoft.com/office/officeart/2018/2/layout/IconVerticalSolidList"/>
    <dgm:cxn modelId="{FC32A90E-C84F-4158-9D02-B10707EE4B91}" type="presParOf" srcId="{18D763E1-59F0-42F0-9E8A-32DDF35A7E2E}" destId="{11EA981D-9E0D-48A2-84C1-D5809990E469}" srcOrd="1" destOrd="0" presId="urn:microsoft.com/office/officeart/2018/2/layout/IconVerticalSolidList"/>
    <dgm:cxn modelId="{2E077D66-DEEB-442A-9F49-47C60DB4365B}" type="presParOf" srcId="{18D763E1-59F0-42F0-9E8A-32DDF35A7E2E}" destId="{035F4A7F-E5C3-434B-AA8E-E23A325750CB}" srcOrd="2" destOrd="0" presId="urn:microsoft.com/office/officeart/2018/2/layout/IconVerticalSolidList"/>
    <dgm:cxn modelId="{E15E12B6-ACA1-4961-9333-D0D4B4CC0F50}" type="presParOf" srcId="{18D763E1-59F0-42F0-9E8A-32DDF35A7E2E}" destId="{A2E1EA50-6310-4F51-9114-A9E419BE1F07}" srcOrd="3" destOrd="0" presId="urn:microsoft.com/office/officeart/2018/2/layout/IconVerticalSolidList"/>
    <dgm:cxn modelId="{02C706B4-E968-4097-BE10-B4BF07ABF9F8}" type="presParOf" srcId="{0440BAA2-DC30-47DA-9FB0-71C13A540BCA}" destId="{6050E699-E39C-441F-90E2-6F0882977CD2}" srcOrd="7" destOrd="0" presId="urn:microsoft.com/office/officeart/2018/2/layout/IconVerticalSolidList"/>
    <dgm:cxn modelId="{BEE6CBBB-BDFE-4BDF-A19D-931E2EA5020C}" type="presParOf" srcId="{0440BAA2-DC30-47DA-9FB0-71C13A540BCA}" destId="{64E997C5-7DED-4825-8B23-05B07DFF06A6}" srcOrd="8" destOrd="0" presId="urn:microsoft.com/office/officeart/2018/2/layout/IconVerticalSolidList"/>
    <dgm:cxn modelId="{A4B3E305-4B5E-465F-BC2B-38161D491630}" type="presParOf" srcId="{64E997C5-7DED-4825-8B23-05B07DFF06A6}" destId="{93FDB267-E688-47FD-B754-918B86380E46}" srcOrd="0" destOrd="0" presId="urn:microsoft.com/office/officeart/2018/2/layout/IconVerticalSolidList"/>
    <dgm:cxn modelId="{B76CA26B-FF1A-4441-9783-5E6CD15F7B30}" type="presParOf" srcId="{64E997C5-7DED-4825-8B23-05B07DFF06A6}" destId="{0C8417BA-2294-4B78-8ED4-FF55C3C2AB57}" srcOrd="1" destOrd="0" presId="urn:microsoft.com/office/officeart/2018/2/layout/IconVerticalSolidList"/>
    <dgm:cxn modelId="{C1B81DB8-5C9A-4337-9182-94BEBBB9F8A1}" type="presParOf" srcId="{64E997C5-7DED-4825-8B23-05B07DFF06A6}" destId="{0F493211-388E-488A-AB24-B52887B9D5A0}" srcOrd="2" destOrd="0" presId="urn:microsoft.com/office/officeart/2018/2/layout/IconVerticalSolidList"/>
    <dgm:cxn modelId="{BC6624C1-72C1-4F96-B384-BFF559622556}" type="presParOf" srcId="{64E997C5-7DED-4825-8B23-05B07DFF06A6}" destId="{534884B3-A744-4761-85FF-6CD11C5D3799}" srcOrd="3" destOrd="0" presId="urn:microsoft.com/office/officeart/2018/2/layout/IconVerticalSolidList"/>
    <dgm:cxn modelId="{543638C0-C32E-4BCB-A48A-9041CF130EAB}" type="presParOf" srcId="{0440BAA2-DC30-47DA-9FB0-71C13A540BCA}" destId="{4EE223CD-1CA3-40B1-9D5E-3DA5DBCFB509}" srcOrd="9" destOrd="0" presId="urn:microsoft.com/office/officeart/2018/2/layout/IconVerticalSolidList"/>
    <dgm:cxn modelId="{F8F49A44-F641-40D9-AB03-294FCE254D92}" type="presParOf" srcId="{0440BAA2-DC30-47DA-9FB0-71C13A540BCA}" destId="{4F1AF0B0-B881-43FF-8088-4663221E12DA}" srcOrd="10" destOrd="0" presId="urn:microsoft.com/office/officeart/2018/2/layout/IconVerticalSolidList"/>
    <dgm:cxn modelId="{1737F49A-B492-4EEF-B0FC-A389607801E7}" type="presParOf" srcId="{4F1AF0B0-B881-43FF-8088-4663221E12DA}" destId="{1EBAE6C9-798F-47F4-969E-321F9BE64F08}" srcOrd="0" destOrd="0" presId="urn:microsoft.com/office/officeart/2018/2/layout/IconVerticalSolidList"/>
    <dgm:cxn modelId="{20FEAE1B-F0BD-4F3A-A30C-AA25F63FF5EE}" type="presParOf" srcId="{4F1AF0B0-B881-43FF-8088-4663221E12DA}" destId="{5B5CB5B5-0F7B-4CAF-A97C-4E9A52550C75}" srcOrd="1" destOrd="0" presId="urn:microsoft.com/office/officeart/2018/2/layout/IconVerticalSolidList"/>
    <dgm:cxn modelId="{7E806E47-AFB8-455A-BEC6-C16574447275}" type="presParOf" srcId="{4F1AF0B0-B881-43FF-8088-4663221E12DA}" destId="{036FA345-F42C-4CE4-8412-817393152C06}" srcOrd="2" destOrd="0" presId="urn:microsoft.com/office/officeart/2018/2/layout/IconVerticalSolidList"/>
    <dgm:cxn modelId="{C4B1B949-BD67-40B1-8EB9-3C45812171F3}" type="presParOf" srcId="{4F1AF0B0-B881-43FF-8088-4663221E12DA}" destId="{6881C3B1-A7EA-4AC3-9322-CF3789FE1522}" srcOrd="3" destOrd="0" presId="urn:microsoft.com/office/officeart/2018/2/layout/IconVerticalSolidList"/>
    <dgm:cxn modelId="{DAF5B4EC-8780-40C7-88FA-C2D1946F960D}" type="presParOf" srcId="{0440BAA2-DC30-47DA-9FB0-71C13A540BCA}" destId="{D50EAB46-0007-470B-BDDA-1129371C23A9}" srcOrd="11" destOrd="0" presId="urn:microsoft.com/office/officeart/2018/2/layout/IconVerticalSolidList"/>
    <dgm:cxn modelId="{E25B5356-A072-41FC-8E68-942D830F930A}" type="presParOf" srcId="{0440BAA2-DC30-47DA-9FB0-71C13A540BCA}" destId="{54461258-B518-43B1-9D96-3AD290D53505}" srcOrd="12" destOrd="0" presId="urn:microsoft.com/office/officeart/2018/2/layout/IconVerticalSolidList"/>
    <dgm:cxn modelId="{BDE237B3-2AD6-4B2B-934F-DFE1596DEDE6}" type="presParOf" srcId="{54461258-B518-43B1-9D96-3AD290D53505}" destId="{CE2F6A2F-A83F-4BC9-93DA-1D1C2FE0FB70}" srcOrd="0" destOrd="0" presId="urn:microsoft.com/office/officeart/2018/2/layout/IconVerticalSolidList"/>
    <dgm:cxn modelId="{600B70C7-8BBF-4A42-8841-CB035291F9C8}" type="presParOf" srcId="{54461258-B518-43B1-9D96-3AD290D53505}" destId="{781D2BBF-90A4-4922-A060-8256C28B1EB1}" srcOrd="1" destOrd="0" presId="urn:microsoft.com/office/officeart/2018/2/layout/IconVerticalSolidList"/>
    <dgm:cxn modelId="{1F131776-4F88-4A2A-B52C-0EFF8A668C3E}" type="presParOf" srcId="{54461258-B518-43B1-9D96-3AD290D53505}" destId="{E95AC36F-B43E-4328-9858-86761484E10C}" srcOrd="2" destOrd="0" presId="urn:microsoft.com/office/officeart/2018/2/layout/IconVerticalSolidList"/>
    <dgm:cxn modelId="{C2C269C0-EA14-4038-AA4B-553F8593011B}" type="presParOf" srcId="{54461258-B518-43B1-9D96-3AD290D53505}" destId="{0E4E9E5D-05AD-4D45-9B39-B876F10D31F6}"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3F777-8539-4D3D-9E44-9FD5CC7CE88C}">
      <dsp:nvSpPr>
        <dsp:cNvPr id="0" name=""/>
        <dsp:cNvSpPr/>
      </dsp:nvSpPr>
      <dsp:spPr>
        <a:xfrm>
          <a:off x="1302165" y="65403"/>
          <a:ext cx="768927" cy="7689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50B9F-DF90-4FE3-915B-6BC7E1BC629D}">
      <dsp:nvSpPr>
        <dsp:cNvPr id="0" name=""/>
        <dsp:cNvSpPr/>
      </dsp:nvSpPr>
      <dsp:spPr>
        <a:xfrm>
          <a:off x="1463640" y="226878"/>
          <a:ext cx="445978" cy="445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CBB417-A697-4779-B73F-6017DE5EC48E}">
      <dsp:nvSpPr>
        <dsp:cNvPr id="0" name=""/>
        <dsp:cNvSpPr/>
      </dsp:nvSpPr>
      <dsp:spPr>
        <a:xfrm>
          <a:off x="2235863" y="65403"/>
          <a:ext cx="1812472" cy="76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The </a:t>
          </a:r>
          <a:r>
            <a:rPr lang="en-IN" sz="1100" b="1" kern="1200"/>
            <a:t>Airport Management System</a:t>
          </a:r>
          <a:r>
            <a:rPr lang="en-IN" sz="1100" kern="1200"/>
            <a:t> is designed to streamline and automate airport operations from </a:t>
          </a:r>
          <a:r>
            <a:rPr lang="en-IN" sz="1100" b="1" kern="1200"/>
            <a:t>passenger check-in to final boarding</a:t>
          </a:r>
          <a:r>
            <a:rPr lang="en-IN" sz="1100" kern="1200"/>
            <a:t>.</a:t>
          </a:r>
          <a:endParaRPr lang="en-US" sz="1100" kern="1200"/>
        </a:p>
      </dsp:txBody>
      <dsp:txXfrm>
        <a:off x="2235863" y="65403"/>
        <a:ext cx="1812472" cy="768927"/>
      </dsp:txXfrm>
    </dsp:sp>
    <dsp:sp modelId="{250A5D91-0B59-406F-87F4-6F07CD7B993E}">
      <dsp:nvSpPr>
        <dsp:cNvPr id="0" name=""/>
        <dsp:cNvSpPr/>
      </dsp:nvSpPr>
      <dsp:spPr>
        <a:xfrm>
          <a:off x="4364144" y="65403"/>
          <a:ext cx="768927" cy="7689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7489CD-F307-4C2D-9065-2DC3C0345C07}">
      <dsp:nvSpPr>
        <dsp:cNvPr id="0" name=""/>
        <dsp:cNvSpPr/>
      </dsp:nvSpPr>
      <dsp:spPr>
        <a:xfrm>
          <a:off x="4525619" y="226878"/>
          <a:ext cx="445978" cy="445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401ADB-6017-439D-A6AC-F08FFF5F4222}">
      <dsp:nvSpPr>
        <dsp:cNvPr id="0" name=""/>
        <dsp:cNvSpPr/>
      </dsp:nvSpPr>
      <dsp:spPr>
        <a:xfrm>
          <a:off x="5297842" y="65403"/>
          <a:ext cx="1812472" cy="76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The system enables passengers to register, check in online or at the counter, generate boarding passes, track flight and gate status, manage baggage, complete security and immigration clearance, and receive boarding notifications.</a:t>
          </a:r>
          <a:endParaRPr lang="en-US" sz="1100" kern="1200"/>
        </a:p>
      </dsp:txBody>
      <dsp:txXfrm>
        <a:off x="5297842" y="65403"/>
        <a:ext cx="1812472" cy="768927"/>
      </dsp:txXfrm>
    </dsp:sp>
    <dsp:sp modelId="{3B476264-7BC4-4F7E-B181-5ED090DD3C4A}">
      <dsp:nvSpPr>
        <dsp:cNvPr id="0" name=""/>
        <dsp:cNvSpPr/>
      </dsp:nvSpPr>
      <dsp:spPr>
        <a:xfrm>
          <a:off x="1302165" y="1462195"/>
          <a:ext cx="768927" cy="7689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DC810F-ADF9-4863-B41D-7931388EDD4A}">
      <dsp:nvSpPr>
        <dsp:cNvPr id="0" name=""/>
        <dsp:cNvSpPr/>
      </dsp:nvSpPr>
      <dsp:spPr>
        <a:xfrm>
          <a:off x="1463640" y="1623670"/>
          <a:ext cx="445978" cy="445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FC0C3E-3374-48A5-B961-CE326B1329A7}">
      <dsp:nvSpPr>
        <dsp:cNvPr id="0" name=""/>
        <dsp:cNvSpPr/>
      </dsp:nvSpPr>
      <dsp:spPr>
        <a:xfrm>
          <a:off x="2235863" y="1462195"/>
          <a:ext cx="1812472" cy="76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Airport staff can manage </a:t>
          </a:r>
          <a:r>
            <a:rPr lang="en-IN" sz="1100" b="1" kern="1200"/>
            <a:t>flight schedules, passengers, gates, baggage, security clearance, traveller buses, special assistance and lounge access</a:t>
          </a:r>
          <a:r>
            <a:rPr lang="en-IN" sz="1100" kern="1200"/>
            <a:t> through role-based access.</a:t>
          </a:r>
          <a:endParaRPr lang="en-US" sz="1100" kern="1200"/>
        </a:p>
      </dsp:txBody>
      <dsp:txXfrm>
        <a:off x="2235863" y="1462195"/>
        <a:ext cx="1812472" cy="768927"/>
      </dsp:txXfrm>
    </dsp:sp>
    <dsp:sp modelId="{260A79FC-E891-42BC-9698-9D8F30B45551}">
      <dsp:nvSpPr>
        <dsp:cNvPr id="0" name=""/>
        <dsp:cNvSpPr/>
      </dsp:nvSpPr>
      <dsp:spPr>
        <a:xfrm>
          <a:off x="4364144" y="1462195"/>
          <a:ext cx="768927" cy="7689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D9DE50-A0D8-43E2-876F-625F1AA11988}">
      <dsp:nvSpPr>
        <dsp:cNvPr id="0" name=""/>
        <dsp:cNvSpPr/>
      </dsp:nvSpPr>
      <dsp:spPr>
        <a:xfrm>
          <a:off x="4525619" y="1623670"/>
          <a:ext cx="445978" cy="445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832097-304D-48F3-86D0-86E154D7CB8B}">
      <dsp:nvSpPr>
        <dsp:cNvPr id="0" name=""/>
        <dsp:cNvSpPr/>
      </dsp:nvSpPr>
      <dsp:spPr>
        <a:xfrm>
          <a:off x="5297842" y="1462195"/>
          <a:ext cx="1812472" cy="76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The system also handles </a:t>
          </a:r>
          <a:r>
            <a:rPr lang="en-IN" sz="1100" b="1" kern="1200"/>
            <a:t>flight delays, cancellations, gate allocation, passenger flow and operational reporting</a:t>
          </a:r>
          <a:r>
            <a:rPr lang="en-IN" sz="1100" kern="1200"/>
            <a:t>.</a:t>
          </a:r>
          <a:endParaRPr lang="en-US" sz="1100" kern="1200"/>
        </a:p>
      </dsp:txBody>
      <dsp:txXfrm>
        <a:off x="5297842" y="1462195"/>
        <a:ext cx="1812472" cy="768927"/>
      </dsp:txXfrm>
    </dsp:sp>
    <dsp:sp modelId="{827C888E-BCA9-4E3C-97E0-D4797D1DAB21}">
      <dsp:nvSpPr>
        <dsp:cNvPr id="0" name=""/>
        <dsp:cNvSpPr/>
      </dsp:nvSpPr>
      <dsp:spPr>
        <a:xfrm>
          <a:off x="1302165" y="2858987"/>
          <a:ext cx="768927" cy="76892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3DA81A-D3CB-458C-8A49-25FB92A4D754}">
      <dsp:nvSpPr>
        <dsp:cNvPr id="0" name=""/>
        <dsp:cNvSpPr/>
      </dsp:nvSpPr>
      <dsp:spPr>
        <a:xfrm>
          <a:off x="1463640" y="3020462"/>
          <a:ext cx="445978" cy="445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2935FD-4566-4BCD-9E3E-502FCCA2C24A}">
      <dsp:nvSpPr>
        <dsp:cNvPr id="0" name=""/>
        <dsp:cNvSpPr/>
      </dsp:nvSpPr>
      <dsp:spPr>
        <a:xfrm>
          <a:off x="2235863" y="2858987"/>
          <a:ext cx="1812472" cy="76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The project follows </a:t>
          </a:r>
          <a:r>
            <a:rPr lang="en-IN" sz="1100" b="1" kern="1200"/>
            <a:t>Object-Oriented Analysis and Design (OOAD)</a:t>
          </a:r>
          <a:r>
            <a:rPr lang="en-IN" sz="1100" kern="1200"/>
            <a:t> principles. UML diagrams are used to represent the system's actors, structure, workflows, interactions, components and deployment architecture.</a:t>
          </a:r>
          <a:endParaRPr lang="en-US" sz="1100" kern="1200"/>
        </a:p>
      </dsp:txBody>
      <dsp:txXfrm>
        <a:off x="2235863" y="2858987"/>
        <a:ext cx="1812472" cy="7689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FF8332-FDF1-41EF-A037-B9A1BAB98D53}">
      <dsp:nvSpPr>
        <dsp:cNvPr id="0" name=""/>
        <dsp:cNvSpPr/>
      </dsp:nvSpPr>
      <dsp:spPr>
        <a:xfrm>
          <a:off x="0" y="2436"/>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95539E-EB57-4EF7-9638-0AD4905166AE}">
      <dsp:nvSpPr>
        <dsp:cNvPr id="0" name=""/>
        <dsp:cNvSpPr/>
      </dsp:nvSpPr>
      <dsp:spPr>
        <a:xfrm>
          <a:off x="134205" y="102258"/>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854045-9732-4CB5-86C8-BC5B60E14B64}">
      <dsp:nvSpPr>
        <dsp:cNvPr id="0" name=""/>
        <dsp:cNvSpPr/>
      </dsp:nvSpPr>
      <dsp:spPr>
        <a:xfrm>
          <a:off x="512659" y="2436"/>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Use Case Diagram</a:t>
          </a:r>
          <a:br>
            <a:rPr lang="en-IN" sz="1400" kern="1200"/>
          </a:br>
          <a:r>
            <a:rPr lang="en-IN" sz="1400" kern="1200"/>
            <a:t>Represents the actors and functionalities of the Airport Management System.</a:t>
          </a:r>
          <a:endParaRPr lang="en-US" sz="1400" kern="1200"/>
        </a:p>
      </dsp:txBody>
      <dsp:txXfrm>
        <a:off x="512659" y="2436"/>
        <a:ext cx="7869027" cy="499111"/>
      </dsp:txXfrm>
    </dsp:sp>
    <dsp:sp modelId="{55696180-9B52-416B-863A-70E4EC7698A6}">
      <dsp:nvSpPr>
        <dsp:cNvPr id="0" name=""/>
        <dsp:cNvSpPr/>
      </dsp:nvSpPr>
      <dsp:spPr>
        <a:xfrm>
          <a:off x="0" y="626325"/>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143B4C-2458-4794-91FF-9E63058C1EDF}">
      <dsp:nvSpPr>
        <dsp:cNvPr id="0" name=""/>
        <dsp:cNvSpPr/>
      </dsp:nvSpPr>
      <dsp:spPr>
        <a:xfrm>
          <a:off x="134205" y="726147"/>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3F736A-2521-45DB-BC6F-D8470A480E04}">
      <dsp:nvSpPr>
        <dsp:cNvPr id="0" name=""/>
        <dsp:cNvSpPr/>
      </dsp:nvSpPr>
      <dsp:spPr>
        <a:xfrm>
          <a:off x="512659" y="626325"/>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Class Diagram</a:t>
          </a:r>
          <a:br>
            <a:rPr lang="en-IN" sz="1400" kern="1200"/>
          </a:br>
          <a:r>
            <a:rPr lang="en-IN" sz="1400" kern="1200"/>
            <a:t>Represents system classes, attributes, methods and relationships.</a:t>
          </a:r>
          <a:endParaRPr lang="en-US" sz="1400" kern="1200"/>
        </a:p>
      </dsp:txBody>
      <dsp:txXfrm>
        <a:off x="512659" y="626325"/>
        <a:ext cx="7869027" cy="499111"/>
      </dsp:txXfrm>
    </dsp:sp>
    <dsp:sp modelId="{BB0A9730-893A-46EA-AA39-E92B0DDF71DC}">
      <dsp:nvSpPr>
        <dsp:cNvPr id="0" name=""/>
        <dsp:cNvSpPr/>
      </dsp:nvSpPr>
      <dsp:spPr>
        <a:xfrm>
          <a:off x="0" y="1250214"/>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8D4DD8-C073-45DD-BDE8-A3243F324FD5}">
      <dsp:nvSpPr>
        <dsp:cNvPr id="0" name=""/>
        <dsp:cNvSpPr/>
      </dsp:nvSpPr>
      <dsp:spPr>
        <a:xfrm>
          <a:off x="134205" y="1350036"/>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14A4F7-D058-4877-A7FE-FB1A2AD58FD5}">
      <dsp:nvSpPr>
        <dsp:cNvPr id="0" name=""/>
        <dsp:cNvSpPr/>
      </dsp:nvSpPr>
      <dsp:spPr>
        <a:xfrm>
          <a:off x="512659" y="1250214"/>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Sequence Diagram</a:t>
          </a:r>
          <a:br>
            <a:rPr lang="en-IN" sz="1400" kern="1200"/>
          </a:br>
          <a:r>
            <a:rPr lang="en-IN" sz="1400" kern="1200"/>
            <a:t>Represents the chronological interaction between actors and system objects.</a:t>
          </a:r>
          <a:endParaRPr lang="en-US" sz="1400" kern="1200"/>
        </a:p>
      </dsp:txBody>
      <dsp:txXfrm>
        <a:off x="512659" y="1250214"/>
        <a:ext cx="7869027" cy="499111"/>
      </dsp:txXfrm>
    </dsp:sp>
    <dsp:sp modelId="{84DF70D9-7F3E-47F5-BBCE-7C28B8DAF690}">
      <dsp:nvSpPr>
        <dsp:cNvPr id="0" name=""/>
        <dsp:cNvSpPr/>
      </dsp:nvSpPr>
      <dsp:spPr>
        <a:xfrm>
          <a:off x="0" y="1874102"/>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EA981D-9E0D-48A2-84C1-D5809990E469}">
      <dsp:nvSpPr>
        <dsp:cNvPr id="0" name=""/>
        <dsp:cNvSpPr/>
      </dsp:nvSpPr>
      <dsp:spPr>
        <a:xfrm>
          <a:off x="134205" y="1973925"/>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E1EA50-6310-4F51-9114-A9E419BE1F07}">
      <dsp:nvSpPr>
        <dsp:cNvPr id="0" name=""/>
        <dsp:cNvSpPr/>
      </dsp:nvSpPr>
      <dsp:spPr>
        <a:xfrm>
          <a:off x="512659" y="1874102"/>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Activity Diagram</a:t>
          </a:r>
          <a:br>
            <a:rPr lang="en-IN" sz="1400" kern="1200"/>
          </a:br>
          <a:r>
            <a:rPr lang="en-IN" sz="1400" kern="1200"/>
            <a:t>Represents the workflow of airport operations.</a:t>
          </a:r>
          <a:endParaRPr lang="en-US" sz="1400" kern="1200"/>
        </a:p>
      </dsp:txBody>
      <dsp:txXfrm>
        <a:off x="512659" y="1874102"/>
        <a:ext cx="7869027" cy="499111"/>
      </dsp:txXfrm>
    </dsp:sp>
    <dsp:sp modelId="{93FDB267-E688-47FD-B754-918B86380E46}">
      <dsp:nvSpPr>
        <dsp:cNvPr id="0" name=""/>
        <dsp:cNvSpPr/>
      </dsp:nvSpPr>
      <dsp:spPr>
        <a:xfrm>
          <a:off x="0" y="2497991"/>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8417BA-2294-4B78-8ED4-FF55C3C2AB57}">
      <dsp:nvSpPr>
        <dsp:cNvPr id="0" name=""/>
        <dsp:cNvSpPr/>
      </dsp:nvSpPr>
      <dsp:spPr>
        <a:xfrm>
          <a:off x="134205" y="2597814"/>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4884B3-A744-4761-85FF-6CD11C5D3799}">
      <dsp:nvSpPr>
        <dsp:cNvPr id="0" name=""/>
        <dsp:cNvSpPr/>
      </dsp:nvSpPr>
      <dsp:spPr>
        <a:xfrm>
          <a:off x="512659" y="2497991"/>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State Diagram</a:t>
          </a:r>
          <a:br>
            <a:rPr lang="en-IN" sz="1400" kern="1200"/>
          </a:br>
          <a:r>
            <a:rPr lang="en-IN" sz="1400" kern="1200"/>
            <a:t>Represents changes in the state of an object during its lifecycle.</a:t>
          </a:r>
          <a:endParaRPr lang="en-US" sz="1400" kern="1200"/>
        </a:p>
      </dsp:txBody>
      <dsp:txXfrm>
        <a:off x="512659" y="2497991"/>
        <a:ext cx="7869027" cy="499111"/>
      </dsp:txXfrm>
    </dsp:sp>
    <dsp:sp modelId="{1EBAE6C9-798F-47F4-969E-321F9BE64F08}">
      <dsp:nvSpPr>
        <dsp:cNvPr id="0" name=""/>
        <dsp:cNvSpPr/>
      </dsp:nvSpPr>
      <dsp:spPr>
        <a:xfrm>
          <a:off x="0" y="3121880"/>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5CB5B5-0F7B-4CAF-A97C-4E9A52550C75}">
      <dsp:nvSpPr>
        <dsp:cNvPr id="0" name=""/>
        <dsp:cNvSpPr/>
      </dsp:nvSpPr>
      <dsp:spPr>
        <a:xfrm>
          <a:off x="134205" y="3221702"/>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81C3B1-A7EA-4AC3-9322-CF3789FE1522}">
      <dsp:nvSpPr>
        <dsp:cNvPr id="0" name=""/>
        <dsp:cNvSpPr/>
      </dsp:nvSpPr>
      <dsp:spPr>
        <a:xfrm>
          <a:off x="512659" y="3121880"/>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Component Diagram</a:t>
          </a:r>
          <a:br>
            <a:rPr lang="en-IN" sz="1400" kern="1200"/>
          </a:br>
          <a:r>
            <a:rPr lang="en-IN" sz="1400" kern="1200"/>
            <a:t>Shows the major software components and their dependencies.</a:t>
          </a:r>
          <a:endParaRPr lang="en-US" sz="1400" kern="1200"/>
        </a:p>
      </dsp:txBody>
      <dsp:txXfrm>
        <a:off x="512659" y="3121880"/>
        <a:ext cx="7869027" cy="499111"/>
      </dsp:txXfrm>
    </dsp:sp>
    <dsp:sp modelId="{CE2F6A2F-A83F-4BC9-93DA-1D1C2FE0FB70}">
      <dsp:nvSpPr>
        <dsp:cNvPr id="0" name=""/>
        <dsp:cNvSpPr/>
      </dsp:nvSpPr>
      <dsp:spPr>
        <a:xfrm>
          <a:off x="0" y="3745769"/>
          <a:ext cx="8412480" cy="4436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1D2BBF-90A4-4922-A060-8256C28B1EB1}">
      <dsp:nvSpPr>
        <dsp:cNvPr id="0" name=""/>
        <dsp:cNvSpPr/>
      </dsp:nvSpPr>
      <dsp:spPr>
        <a:xfrm>
          <a:off x="134205" y="3845591"/>
          <a:ext cx="244248" cy="2440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4E9E5D-05AD-4D45-9B39-B876F10D31F6}">
      <dsp:nvSpPr>
        <dsp:cNvPr id="0" name=""/>
        <dsp:cNvSpPr/>
      </dsp:nvSpPr>
      <dsp:spPr>
        <a:xfrm>
          <a:off x="512659" y="3745769"/>
          <a:ext cx="7869027" cy="499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823" tIns="52823" rIns="52823" bIns="52823" numCol="1" spcCol="1270" anchor="ctr" anchorCtr="0">
          <a:noAutofit/>
        </a:bodyPr>
        <a:lstStyle/>
        <a:p>
          <a:pPr marL="0" lvl="0" indent="0" algn="l" defTabSz="622300">
            <a:lnSpc>
              <a:spcPct val="100000"/>
            </a:lnSpc>
            <a:spcBef>
              <a:spcPct val="0"/>
            </a:spcBef>
            <a:spcAft>
              <a:spcPct val="35000"/>
            </a:spcAft>
            <a:buNone/>
          </a:pPr>
          <a:r>
            <a:rPr lang="en-IN" sz="1400" b="1" kern="1200"/>
            <a:t>Deployment Diagram</a:t>
          </a:r>
          <a:br>
            <a:rPr lang="en-IN" sz="1400" kern="1200"/>
          </a:br>
          <a:r>
            <a:rPr lang="en-IN" sz="1400" kern="1200"/>
            <a:t>Shows how the software components are deployed across physical devices and servers.</a:t>
          </a:r>
          <a:endParaRPr lang="en-US" sz="1400" kern="1200"/>
        </a:p>
      </dsp:txBody>
      <dsp:txXfrm>
        <a:off x="512659" y="3745769"/>
        <a:ext cx="7869027" cy="49911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DDA88F-E72A-46EA-8FF4-003FEA0E10D7}" type="datetimeFigureOut">
              <a:rPr lang="en-IN" smtClean="0"/>
              <a:t>26/09/26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C0EDE-D2A2-4239-9EC7-09E72A96BFB1}" type="slidenum">
              <a:rPr lang="en-IN" smtClean="0"/>
              <a:t>‹#›</a:t>
            </a:fld>
            <a:endParaRPr lang="en-IN"/>
          </a:p>
        </p:txBody>
      </p:sp>
    </p:spTree>
    <p:extLst>
      <p:ext uri="{BB962C8B-B14F-4D97-AF65-F5344CB8AC3E}">
        <p14:creationId xmlns:p14="http://schemas.microsoft.com/office/powerpoint/2010/main" val="94998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UML and its significance in software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purpose and classification of UML diagrams.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CDE9-2C29-BBE3-C684-7A040BCC0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1A851-89AB-C866-AAFE-8A7EE07310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D8880A-0E2B-277A-45FE-EADCDEB1D19F}"/>
              </a:ext>
            </a:extLst>
          </p:cNvPr>
          <p:cNvSpPr>
            <a:spLocks noGrp="1"/>
          </p:cNvSpPr>
          <p:nvPr>
            <p:ph type="body" sz="quarter" idx="3"/>
          </p:nvPr>
        </p:nvSpPr>
        <p:spPr/>
        <p:txBody>
          <a:bodyPr/>
          <a:lstStyle/>
          <a:p>
            <a:r>
              <a:t>Explain purpose and classification of UML diagrams.</a:t>
            </a:r>
          </a:p>
        </p:txBody>
      </p:sp>
      <p:sp>
        <p:nvSpPr>
          <p:cNvPr id="4" name="Slide Number Placeholder 3">
            <a:extLst>
              <a:ext uri="{FF2B5EF4-FFF2-40B4-BE49-F238E27FC236}">
                <a16:creationId xmlns:a16="http://schemas.microsoft.com/office/drawing/2014/main" id="{D037A996-C7E1-0DE2-3167-3BF533B324C9}"/>
              </a:ext>
            </a:extLst>
          </p:cNvPr>
          <p:cNvSpPr>
            <a:spLocks noGrp="1"/>
          </p:cNvSpPr>
          <p:nvPr>
            <p:ph type="sldNum" sz="quarter" idx="5"/>
          </p:nvPr>
        </p:nvSpPr>
        <p:spPr/>
      </p:sp>
    </p:spTree>
    <p:extLst>
      <p:ext uri="{BB962C8B-B14F-4D97-AF65-F5344CB8AC3E}">
        <p14:creationId xmlns:p14="http://schemas.microsoft.com/office/powerpoint/2010/main" val="663994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C086-E9C3-5F9F-2D54-EB3DD6DEC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D9F93-E164-3208-407F-E0E9D31F43A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326C508-016A-0921-4608-D0B1780159D7}"/>
              </a:ext>
            </a:extLst>
          </p:cNvPr>
          <p:cNvSpPr>
            <a:spLocks noGrp="1"/>
          </p:cNvSpPr>
          <p:nvPr>
            <p:ph type="body" sz="quarter" idx="3"/>
          </p:nvPr>
        </p:nvSpPr>
        <p:spPr/>
        <p:txBody>
          <a:bodyPr/>
          <a:lstStyle/>
          <a:p>
            <a:r>
              <a:t>Present definition, components, steps, and a sample diagram.</a:t>
            </a:r>
          </a:p>
        </p:txBody>
      </p:sp>
      <p:sp>
        <p:nvSpPr>
          <p:cNvPr id="4" name="Slide Number Placeholder 3">
            <a:extLst>
              <a:ext uri="{FF2B5EF4-FFF2-40B4-BE49-F238E27FC236}">
                <a16:creationId xmlns:a16="http://schemas.microsoft.com/office/drawing/2014/main" id="{00273C9A-042A-8318-3C03-F3B479795009}"/>
              </a:ext>
            </a:extLst>
          </p:cNvPr>
          <p:cNvSpPr>
            <a:spLocks noGrp="1"/>
          </p:cNvSpPr>
          <p:nvPr>
            <p:ph type="sldNum" sz="quarter" idx="5"/>
          </p:nvPr>
        </p:nvSpPr>
        <p:spPr/>
      </p:sp>
    </p:spTree>
    <p:extLst>
      <p:ext uri="{BB962C8B-B14F-4D97-AF65-F5344CB8AC3E}">
        <p14:creationId xmlns:p14="http://schemas.microsoft.com/office/powerpoint/2010/main" val="4141112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definition, components, steps, and a sample diagram.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D51A9-B201-A3DA-20BE-4393AB379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1753A-7536-388F-951C-A7733A62517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878D7CB-CB76-FD6C-ABFC-809ACB25F3F3}"/>
              </a:ext>
            </a:extLst>
          </p:cNvPr>
          <p:cNvSpPr>
            <a:spLocks noGrp="1"/>
          </p:cNvSpPr>
          <p:nvPr>
            <p:ph type="body" sz="quarter" idx="3"/>
          </p:nvPr>
        </p:nvSpPr>
        <p:spPr/>
        <p:txBody>
          <a:bodyPr/>
          <a:lstStyle/>
          <a:p>
            <a:r>
              <a:t>Cover key elements, relationships, and a class diagram example.</a:t>
            </a:r>
          </a:p>
        </p:txBody>
      </p:sp>
      <p:sp>
        <p:nvSpPr>
          <p:cNvPr id="4" name="Slide Number Placeholder 3">
            <a:extLst>
              <a:ext uri="{FF2B5EF4-FFF2-40B4-BE49-F238E27FC236}">
                <a16:creationId xmlns:a16="http://schemas.microsoft.com/office/drawing/2014/main" id="{19FF08DC-4815-BFAB-ECA0-BD5657FE4B3A}"/>
              </a:ext>
            </a:extLst>
          </p:cNvPr>
          <p:cNvSpPr>
            <a:spLocks noGrp="1"/>
          </p:cNvSpPr>
          <p:nvPr>
            <p:ph type="sldNum" sz="quarter" idx="5"/>
          </p:nvPr>
        </p:nvSpPr>
        <p:spPr/>
      </p:sp>
    </p:spTree>
    <p:extLst>
      <p:ext uri="{BB962C8B-B14F-4D97-AF65-F5344CB8AC3E}">
        <p14:creationId xmlns:p14="http://schemas.microsoft.com/office/powerpoint/2010/main" val="3054444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key elements, relationships, and a class diagram example.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89743-C61D-EA94-053C-241E91D28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B7EDF-16C4-C82D-551D-7CF15350C6D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95A197A-9C1F-751A-6A24-710C97D89F31}"/>
              </a:ext>
            </a:extLst>
          </p:cNvPr>
          <p:cNvSpPr>
            <a:spLocks noGrp="1"/>
          </p:cNvSpPr>
          <p:nvPr>
            <p:ph type="body" sz="quarter" idx="3"/>
          </p:nvPr>
        </p:nvSpPr>
        <p:spPr/>
        <p:txBody>
          <a:bodyPr/>
          <a:lstStyle/>
          <a:p>
            <a:r>
              <a:t>Show sequence diagram with step‑by‑step explanation.</a:t>
            </a:r>
          </a:p>
        </p:txBody>
      </p:sp>
      <p:sp>
        <p:nvSpPr>
          <p:cNvPr id="4" name="Slide Number Placeholder 3">
            <a:extLst>
              <a:ext uri="{FF2B5EF4-FFF2-40B4-BE49-F238E27FC236}">
                <a16:creationId xmlns:a16="http://schemas.microsoft.com/office/drawing/2014/main" id="{0E2E2D0F-CA8F-C2AA-9E8A-4376FF177B9C}"/>
              </a:ext>
            </a:extLst>
          </p:cNvPr>
          <p:cNvSpPr>
            <a:spLocks noGrp="1"/>
          </p:cNvSpPr>
          <p:nvPr>
            <p:ph type="sldNum" sz="quarter" idx="5"/>
          </p:nvPr>
        </p:nvSpPr>
        <p:spPr/>
      </p:sp>
    </p:spTree>
    <p:extLst>
      <p:ext uri="{BB962C8B-B14F-4D97-AF65-F5344CB8AC3E}">
        <p14:creationId xmlns:p14="http://schemas.microsoft.com/office/powerpoint/2010/main" val="2191399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CD066-8C66-36BB-CEEC-19B95AE5E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472A2-B22B-AFEC-BE32-36BF2FD8BE1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99F7BD2-3E49-B93E-13C6-CAB58921E7F7}"/>
              </a:ext>
            </a:extLst>
          </p:cNvPr>
          <p:cNvSpPr>
            <a:spLocks noGrp="1"/>
          </p:cNvSpPr>
          <p:nvPr>
            <p:ph type="body" sz="quarter" idx="3"/>
          </p:nvPr>
        </p:nvSpPr>
        <p:spPr/>
        <p:txBody>
          <a:bodyPr/>
          <a:lstStyle/>
          <a:p>
            <a:r>
              <a:t>Show sequence diagram with step‑by‑step explanation.</a:t>
            </a:r>
          </a:p>
        </p:txBody>
      </p:sp>
      <p:sp>
        <p:nvSpPr>
          <p:cNvPr id="4" name="Slide Number Placeholder 3">
            <a:extLst>
              <a:ext uri="{FF2B5EF4-FFF2-40B4-BE49-F238E27FC236}">
                <a16:creationId xmlns:a16="http://schemas.microsoft.com/office/drawing/2014/main" id="{AB73180E-C37C-1723-5D59-707287B02324}"/>
              </a:ext>
            </a:extLst>
          </p:cNvPr>
          <p:cNvSpPr>
            <a:spLocks noGrp="1"/>
          </p:cNvSpPr>
          <p:nvPr>
            <p:ph type="sldNum" sz="quarter" idx="5"/>
          </p:nvPr>
        </p:nvSpPr>
        <p:spPr/>
      </p:sp>
    </p:spTree>
    <p:extLst>
      <p:ext uri="{BB962C8B-B14F-4D97-AF65-F5344CB8AC3E}">
        <p14:creationId xmlns:p14="http://schemas.microsoft.com/office/powerpoint/2010/main" val="2324182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0BC7D-7556-0154-2C63-4B8F64560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4617E-20C0-E02C-F5EC-67BA0096B4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1198C1-6D83-7323-9F70-E147BF48F97B}"/>
              </a:ext>
            </a:extLst>
          </p:cNvPr>
          <p:cNvSpPr>
            <a:spLocks noGrp="1"/>
          </p:cNvSpPr>
          <p:nvPr>
            <p:ph type="body" sz="quarter" idx="3"/>
          </p:nvPr>
        </p:nvSpPr>
        <p:spPr/>
        <p:txBody>
          <a:bodyPr/>
          <a:lstStyle/>
          <a:p>
            <a:r>
              <a:t>Show sequence diagram with step‑by‑step explanation.</a:t>
            </a:r>
          </a:p>
        </p:txBody>
      </p:sp>
      <p:sp>
        <p:nvSpPr>
          <p:cNvPr id="4" name="Slide Number Placeholder 3">
            <a:extLst>
              <a:ext uri="{FF2B5EF4-FFF2-40B4-BE49-F238E27FC236}">
                <a16:creationId xmlns:a16="http://schemas.microsoft.com/office/drawing/2014/main" id="{416D7903-FADE-E51D-50E4-E8F28C5E5660}"/>
              </a:ext>
            </a:extLst>
          </p:cNvPr>
          <p:cNvSpPr>
            <a:spLocks noGrp="1"/>
          </p:cNvSpPr>
          <p:nvPr>
            <p:ph type="sldNum" sz="quarter" idx="5"/>
          </p:nvPr>
        </p:nvSpPr>
        <p:spPr/>
      </p:sp>
    </p:spTree>
    <p:extLst>
      <p:ext uri="{BB962C8B-B14F-4D97-AF65-F5344CB8AC3E}">
        <p14:creationId xmlns:p14="http://schemas.microsoft.com/office/powerpoint/2010/main" val="3359589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F9C48-B035-580C-F39F-3DF52850C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A5296-C877-1CD9-1A49-3427A7C54E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E6F1D49-C26D-AC60-29A1-5E64B2C835A6}"/>
              </a:ext>
            </a:extLst>
          </p:cNvPr>
          <p:cNvSpPr>
            <a:spLocks noGrp="1"/>
          </p:cNvSpPr>
          <p:nvPr>
            <p:ph type="body" sz="quarter" idx="3"/>
          </p:nvPr>
        </p:nvSpPr>
        <p:spPr/>
        <p:txBody>
          <a:bodyPr/>
          <a:lstStyle/>
          <a:p>
            <a:r>
              <a:t>Show sequence diagram with step‑by‑step explanation.</a:t>
            </a:r>
          </a:p>
        </p:txBody>
      </p:sp>
      <p:sp>
        <p:nvSpPr>
          <p:cNvPr id="4" name="Slide Number Placeholder 3">
            <a:extLst>
              <a:ext uri="{FF2B5EF4-FFF2-40B4-BE49-F238E27FC236}">
                <a16:creationId xmlns:a16="http://schemas.microsoft.com/office/drawing/2014/main" id="{0356F48C-97DC-5D22-A515-53C66D3795C5}"/>
              </a:ext>
            </a:extLst>
          </p:cNvPr>
          <p:cNvSpPr>
            <a:spLocks noGrp="1"/>
          </p:cNvSpPr>
          <p:nvPr>
            <p:ph type="sldNum" sz="quarter" idx="5"/>
          </p:nvPr>
        </p:nvSpPr>
        <p:spPr/>
      </p:sp>
    </p:spTree>
    <p:extLst>
      <p:ext uri="{BB962C8B-B14F-4D97-AF65-F5344CB8AC3E}">
        <p14:creationId xmlns:p14="http://schemas.microsoft.com/office/powerpoint/2010/main" val="2755121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6046-81CA-5EA5-469F-6D2F5D628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E89FA-4DD2-D466-4B9B-4E523BC455F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66C1923-EC2B-9B36-8418-1ACAE8A2218A}"/>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B89B5F9B-3DB6-E934-E76A-C5CCF4208FB5}"/>
              </a:ext>
            </a:extLst>
          </p:cNvPr>
          <p:cNvSpPr>
            <a:spLocks noGrp="1"/>
          </p:cNvSpPr>
          <p:nvPr>
            <p:ph type="sldNum" sz="quarter" idx="5"/>
          </p:nvPr>
        </p:nvSpPr>
        <p:spPr/>
      </p:sp>
    </p:spTree>
    <p:extLst>
      <p:ext uri="{BB962C8B-B14F-4D97-AF65-F5344CB8AC3E}">
        <p14:creationId xmlns:p14="http://schemas.microsoft.com/office/powerpoint/2010/main" val="1452303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state chart components and a sample diagram.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EF8BF-153C-86D3-BCAA-97E2C3E51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1C173-7DB9-0062-1C80-FB3BE3FC2FD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C3A8FD-40AE-3D68-9B91-3EECCE8417F5}"/>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A5F0D3FA-D9E3-9A9A-3B8B-77BD3B7D5C71}"/>
              </a:ext>
            </a:extLst>
          </p:cNvPr>
          <p:cNvSpPr>
            <a:spLocks noGrp="1"/>
          </p:cNvSpPr>
          <p:nvPr>
            <p:ph type="sldNum" sz="quarter" idx="5"/>
          </p:nvPr>
        </p:nvSpPr>
        <p:spPr/>
      </p:sp>
    </p:spTree>
    <p:extLst>
      <p:ext uri="{BB962C8B-B14F-4D97-AF65-F5344CB8AC3E}">
        <p14:creationId xmlns:p14="http://schemas.microsoft.com/office/powerpoint/2010/main" val="3125529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33724-379C-A7EE-B95B-27F8E9718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0B1CE-3B1B-FAFC-084E-AB1215C3DE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0ECA4B8-B8FE-C6B3-6694-6530764E523E}"/>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5FFA665C-B69D-9033-21F0-87069D37EDEE}"/>
              </a:ext>
            </a:extLst>
          </p:cNvPr>
          <p:cNvSpPr>
            <a:spLocks noGrp="1"/>
          </p:cNvSpPr>
          <p:nvPr>
            <p:ph type="sldNum" sz="quarter" idx="5"/>
          </p:nvPr>
        </p:nvSpPr>
        <p:spPr/>
      </p:sp>
    </p:spTree>
    <p:extLst>
      <p:ext uri="{BB962C8B-B14F-4D97-AF65-F5344CB8AC3E}">
        <p14:creationId xmlns:p14="http://schemas.microsoft.com/office/powerpoint/2010/main" val="4041945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93CF9-BFF6-7C0A-6699-C72DFAB19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16F09-EE12-F9EA-5563-212E67368A6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4645DD4-D6FF-F2C2-A2E2-6AD21BE7A283}"/>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542BC3AF-AEB3-0172-0258-5419CFC414F4}"/>
              </a:ext>
            </a:extLst>
          </p:cNvPr>
          <p:cNvSpPr>
            <a:spLocks noGrp="1"/>
          </p:cNvSpPr>
          <p:nvPr>
            <p:ph type="sldNum" sz="quarter" idx="5"/>
          </p:nvPr>
        </p:nvSpPr>
        <p:spPr/>
      </p:sp>
    </p:spTree>
    <p:extLst>
      <p:ext uri="{BB962C8B-B14F-4D97-AF65-F5344CB8AC3E}">
        <p14:creationId xmlns:p14="http://schemas.microsoft.com/office/powerpoint/2010/main" val="1871969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206E3-8764-4945-8CE3-C80B641CC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C68A7-FAAA-1E46-3B6B-D13300A60C6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A40C5CC-062E-8F8B-A17E-F0106E6A430B}"/>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46FB262E-1AE0-D840-A158-1A4E34F33F18}"/>
              </a:ext>
            </a:extLst>
          </p:cNvPr>
          <p:cNvSpPr>
            <a:spLocks noGrp="1"/>
          </p:cNvSpPr>
          <p:nvPr>
            <p:ph type="sldNum" sz="quarter" idx="5"/>
          </p:nvPr>
        </p:nvSpPr>
        <p:spPr/>
      </p:sp>
    </p:spTree>
    <p:extLst>
      <p:ext uri="{BB962C8B-B14F-4D97-AF65-F5344CB8AC3E}">
        <p14:creationId xmlns:p14="http://schemas.microsoft.com/office/powerpoint/2010/main" val="3741327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288CB-CFC5-869B-30D0-F277B3767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2E9DB-D0EC-41AA-D0EC-C1AE160B746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F31458-D2F5-FA60-95FF-712F5DD9134B}"/>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723A43CB-3E3A-672B-32DE-B737ECD4AC39}"/>
              </a:ext>
            </a:extLst>
          </p:cNvPr>
          <p:cNvSpPr>
            <a:spLocks noGrp="1"/>
          </p:cNvSpPr>
          <p:nvPr>
            <p:ph type="sldNum" sz="quarter" idx="5"/>
          </p:nvPr>
        </p:nvSpPr>
        <p:spPr/>
      </p:sp>
    </p:spTree>
    <p:extLst>
      <p:ext uri="{BB962C8B-B14F-4D97-AF65-F5344CB8AC3E}">
        <p14:creationId xmlns:p14="http://schemas.microsoft.com/office/powerpoint/2010/main" val="4247998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C913-094D-3552-A4B5-1B7C21AD3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181B9-1A9F-4DDA-1DF0-2CEFB271C1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F5E6B8A-472F-A7C2-CBBD-1FDC4E87C999}"/>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878965CA-B786-4A5C-512E-E263F497C0CF}"/>
              </a:ext>
            </a:extLst>
          </p:cNvPr>
          <p:cNvSpPr>
            <a:spLocks noGrp="1"/>
          </p:cNvSpPr>
          <p:nvPr>
            <p:ph type="sldNum" sz="quarter" idx="5"/>
          </p:nvPr>
        </p:nvSpPr>
        <p:spPr/>
      </p:sp>
    </p:spTree>
    <p:extLst>
      <p:ext uri="{BB962C8B-B14F-4D97-AF65-F5344CB8AC3E}">
        <p14:creationId xmlns:p14="http://schemas.microsoft.com/office/powerpoint/2010/main" val="360327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8A51-4E2C-DC69-2A7A-CCA4CFF84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B5DB9-0657-519A-86A5-C7C4DCF6EC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223FBFB-2086-7FDA-1DAD-2C9DC4CC227C}"/>
              </a:ext>
            </a:extLst>
          </p:cNvPr>
          <p:cNvSpPr>
            <a:spLocks noGrp="1"/>
          </p:cNvSpPr>
          <p:nvPr>
            <p:ph type="body" sz="quarter" idx="3"/>
          </p:nvPr>
        </p:nvSpPr>
        <p:spPr/>
        <p:txBody>
          <a:bodyPr/>
          <a:lstStyle/>
          <a:p>
            <a:r>
              <a:t>Explain state chart components and a sample diagram.</a:t>
            </a:r>
          </a:p>
        </p:txBody>
      </p:sp>
      <p:sp>
        <p:nvSpPr>
          <p:cNvPr id="4" name="Slide Number Placeholder 3">
            <a:extLst>
              <a:ext uri="{FF2B5EF4-FFF2-40B4-BE49-F238E27FC236}">
                <a16:creationId xmlns:a16="http://schemas.microsoft.com/office/drawing/2014/main" id="{AC42C1B4-9211-CCC9-769D-38B0B3ACD40E}"/>
              </a:ext>
            </a:extLst>
          </p:cNvPr>
          <p:cNvSpPr>
            <a:spLocks noGrp="1"/>
          </p:cNvSpPr>
          <p:nvPr>
            <p:ph type="sldNum" sz="quarter" idx="5"/>
          </p:nvPr>
        </p:nvSpPr>
        <p:spPr/>
      </p:sp>
    </p:spTree>
    <p:extLst>
      <p:ext uri="{BB962C8B-B14F-4D97-AF65-F5344CB8AC3E}">
        <p14:creationId xmlns:p14="http://schemas.microsoft.com/office/powerpoint/2010/main" val="3580571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key takeaways for exam preparation.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Invite audience questions and wrap up.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A646F-BBBE-797D-91F8-5A2DAE7212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970544-9B23-00DB-4845-580D783CFB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5355A57-5303-34BA-D2A1-052509B55308}"/>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5" name="Footer Placeholder 4">
            <a:extLst>
              <a:ext uri="{FF2B5EF4-FFF2-40B4-BE49-F238E27FC236}">
                <a16:creationId xmlns:a16="http://schemas.microsoft.com/office/drawing/2014/main" id="{0592C124-C14A-C9BA-590B-34857238E9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621EC1-9F76-7500-B837-4EF792AC5F3B}"/>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221236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BE201-E0A1-7583-B072-EA5D8B6A1C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D60145-65F6-4CE8-8570-DB7F542742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EDAD74-A027-6C43-4660-6172B5FFE872}"/>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5" name="Footer Placeholder 4">
            <a:extLst>
              <a:ext uri="{FF2B5EF4-FFF2-40B4-BE49-F238E27FC236}">
                <a16:creationId xmlns:a16="http://schemas.microsoft.com/office/drawing/2014/main" id="{235E1537-7097-CDC3-D536-0E6AE4F655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C3BEC-9431-31DA-0203-59AA57C9B739}"/>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2050944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90B51-CC77-B3E1-B374-C3951D28BC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15ADE5-595F-1327-F295-08C7AB356F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1E0E90-764A-AA91-EAE7-ECCCEE193912}"/>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5" name="Footer Placeholder 4">
            <a:extLst>
              <a:ext uri="{FF2B5EF4-FFF2-40B4-BE49-F238E27FC236}">
                <a16:creationId xmlns:a16="http://schemas.microsoft.com/office/drawing/2014/main" id="{B82D077E-A610-4C6B-CB54-322C8F6811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E9D077-2394-E0D4-B4FB-573607D83FB0}"/>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807811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B70CE-BD2F-DFEA-DE74-1D8C7B4FC9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C8F74B-0D92-F8C1-20C7-1718EEC7BF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1EE74F-E282-9116-3D0D-6CF28BBFA1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070B56-F503-23D8-BD11-42E2520831BE}"/>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6" name="Footer Placeholder 5">
            <a:extLst>
              <a:ext uri="{FF2B5EF4-FFF2-40B4-BE49-F238E27FC236}">
                <a16:creationId xmlns:a16="http://schemas.microsoft.com/office/drawing/2014/main" id="{DD03266A-D816-E3DF-F429-D998FA638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3AE58E-9817-6A07-E782-30AEA1B35232}"/>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329538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8B45-680F-DF02-31AC-4CE4F70229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B2747B-61F7-3D9E-BDBA-73B32AE2B6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FCBA8E-FBF6-BAE7-D35C-30977FDBAA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064B38-32E1-3B67-3BEF-77DF5DCE87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17DA5-D08C-E466-2B5B-8D8206FC56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1E3DD0-6860-D5FD-21E3-31F80136F10D}"/>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8" name="Footer Placeholder 7">
            <a:extLst>
              <a:ext uri="{FF2B5EF4-FFF2-40B4-BE49-F238E27FC236}">
                <a16:creationId xmlns:a16="http://schemas.microsoft.com/office/drawing/2014/main" id="{0DD052C5-F5C9-5365-9A6A-E0B3C35E92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891EDD-7FB4-E6CD-CE1A-07AFB70AC955}"/>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2563301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D7D0-D31A-CBB6-88AC-A1F829D8EB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F66B3B-E532-7550-7065-E58AC52B7241}"/>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4" name="Footer Placeholder 3">
            <a:extLst>
              <a:ext uri="{FF2B5EF4-FFF2-40B4-BE49-F238E27FC236}">
                <a16:creationId xmlns:a16="http://schemas.microsoft.com/office/drawing/2014/main" id="{D11FF9FB-9D48-E362-BCBA-1179648A16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572F18-045B-376C-E3B6-E76330181028}"/>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1163024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9D8E7A-9E6E-9AB2-B0D5-882EF2DD6174}"/>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3" name="Footer Placeholder 2">
            <a:extLst>
              <a:ext uri="{FF2B5EF4-FFF2-40B4-BE49-F238E27FC236}">
                <a16:creationId xmlns:a16="http://schemas.microsoft.com/office/drawing/2014/main" id="{1AC1DD2B-4F3D-2FCE-9FCE-2F09352F8E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CC5B46-51C9-00D5-F83E-1E3655FED6F3}"/>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4242373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7FDB-0D50-7486-51C3-5047CB9B5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CCD74B-BA6B-5B73-AEAB-EE5C48F3D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E3F28A-76C3-1C65-5E31-3876BB0D91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88647E-724F-A39F-631D-9AB2D65FC3C2}"/>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6" name="Footer Placeholder 5">
            <a:extLst>
              <a:ext uri="{FF2B5EF4-FFF2-40B4-BE49-F238E27FC236}">
                <a16:creationId xmlns:a16="http://schemas.microsoft.com/office/drawing/2014/main" id="{DAB257FF-73A2-D88F-E03C-6B9BEE921D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C1041A-C661-D087-EF7C-A704DBD6216A}"/>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1661323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0D26-3D12-7C59-333F-F9605DB624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025E15-A2D4-2561-2D43-1800DCB972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8769CF-367C-30F1-2345-F40DDBE3F1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6CB8F-85E7-7054-C220-688A7541C686}"/>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6" name="Footer Placeholder 5">
            <a:extLst>
              <a:ext uri="{FF2B5EF4-FFF2-40B4-BE49-F238E27FC236}">
                <a16:creationId xmlns:a16="http://schemas.microsoft.com/office/drawing/2014/main" id="{B4B2510C-A58B-737D-3EE7-AE5190A853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76AA6B-AC0B-C7EB-BEBF-53ED409F7E32}"/>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21900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C482B-3F79-E841-F735-3E5AD1B235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DBA86C-F294-4BAF-1338-DD07D2D509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AE72F7-1122-5B05-B678-D0683C097450}"/>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5" name="Footer Placeholder 4">
            <a:extLst>
              <a:ext uri="{FF2B5EF4-FFF2-40B4-BE49-F238E27FC236}">
                <a16:creationId xmlns:a16="http://schemas.microsoft.com/office/drawing/2014/main" id="{5FDA75D0-FDD9-5293-F21B-4AB4AD5C07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648691-3DF1-1ECC-B17E-9FDA68F222A2}"/>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2755846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68FA41-B4D0-3AB7-289B-C672EE8203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15EAE7-2D6A-A357-0D3C-B2E5F03C76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D6E68B-336F-35F2-C85F-B783F2091576}"/>
              </a:ext>
            </a:extLst>
          </p:cNvPr>
          <p:cNvSpPr>
            <a:spLocks noGrp="1"/>
          </p:cNvSpPr>
          <p:nvPr>
            <p:ph type="dt" sz="half" idx="10"/>
          </p:nvPr>
        </p:nvSpPr>
        <p:spPr/>
        <p:txBody>
          <a:bodyPr/>
          <a:lstStyle/>
          <a:p>
            <a:fld id="{E3A0D473-E0A9-4985-9F9C-158BD6C02D0B}" type="datetimeFigureOut">
              <a:rPr lang="en-IN" smtClean="0"/>
              <a:t>26/09/26</a:t>
            </a:fld>
            <a:endParaRPr lang="en-IN"/>
          </a:p>
        </p:txBody>
      </p:sp>
      <p:sp>
        <p:nvSpPr>
          <p:cNvPr id="5" name="Footer Placeholder 4">
            <a:extLst>
              <a:ext uri="{FF2B5EF4-FFF2-40B4-BE49-F238E27FC236}">
                <a16:creationId xmlns:a16="http://schemas.microsoft.com/office/drawing/2014/main" id="{ED3BA720-8E5E-520E-3FE8-02AB72620C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C4B35A-45E9-83FE-AA47-9DFF1091BF1F}"/>
              </a:ext>
            </a:extLst>
          </p:cNvPr>
          <p:cNvSpPr>
            <a:spLocks noGrp="1"/>
          </p:cNvSpPr>
          <p:nvPr>
            <p:ph type="sldNum" sz="quarter" idx="12"/>
          </p:nvPr>
        </p:nvSpPr>
        <p:spPr/>
        <p:txBody>
          <a:bodyPr/>
          <a:lstStyle/>
          <a:p>
            <a:fld id="{CC7AF526-6895-41F8-8DF1-B74E4D13453A}" type="slidenum">
              <a:rPr lang="en-IN" smtClean="0"/>
              <a:t>‹#›</a:t>
            </a:fld>
            <a:endParaRPr lang="en-IN"/>
          </a:p>
        </p:txBody>
      </p:sp>
    </p:spTree>
    <p:extLst>
      <p:ext uri="{BB962C8B-B14F-4D97-AF65-F5344CB8AC3E}">
        <p14:creationId xmlns:p14="http://schemas.microsoft.com/office/powerpoint/2010/main" val="173031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69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44B38F-F9CE-1AD6-A94C-5C92F2E52D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9B36BD-5CFB-EE7B-825D-D251DF34FB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CA286E-FEE0-94C0-FE47-1092F6130D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A0D473-E0A9-4985-9F9C-158BD6C02D0B}" type="datetimeFigureOut">
              <a:rPr lang="en-IN" smtClean="0"/>
              <a:t>26/09/26</a:t>
            </a:fld>
            <a:endParaRPr lang="en-IN"/>
          </a:p>
        </p:txBody>
      </p:sp>
      <p:sp>
        <p:nvSpPr>
          <p:cNvPr id="5" name="Footer Placeholder 4">
            <a:extLst>
              <a:ext uri="{FF2B5EF4-FFF2-40B4-BE49-F238E27FC236}">
                <a16:creationId xmlns:a16="http://schemas.microsoft.com/office/drawing/2014/main" id="{0F26F347-0A89-B8BC-28B3-AAD53301C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2F9E2D7-2101-421E-4769-CF31CD6DDD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7AF526-6895-41F8-8DF1-B74E4D13453A}" type="slidenum">
              <a:rPr lang="en-IN" smtClean="0"/>
              <a:t>‹#›</a:t>
            </a:fld>
            <a:endParaRPr lang="en-IN"/>
          </a:p>
        </p:txBody>
      </p:sp>
    </p:spTree>
    <p:extLst>
      <p:ext uri="{BB962C8B-B14F-4D97-AF65-F5344CB8AC3E}">
        <p14:creationId xmlns:p14="http://schemas.microsoft.com/office/powerpoint/2010/main" val="537276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png"/><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E90BFE12-65CF-3CF4-3C48-FE086BAAD8A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21" name="Shape 19"/>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sp>
        <p:nvSpPr>
          <p:cNvPr id="5" name="Shape 3"/>
          <p:cNvSpPr/>
          <p:nvPr/>
        </p:nvSpPr>
        <p:spPr>
          <a:xfrm>
            <a:off x="0" y="0"/>
            <a:ext cx="142792" cy="6857999"/>
          </a:xfrm>
          <a:prstGeom prst="rect">
            <a:avLst/>
          </a:prstGeom>
          <a:solidFill>
            <a:srgbClr val="F47025"/>
          </a:solidFill>
          <a:ln w="12700">
            <a:solidFill>
              <a:srgbClr val="F47025"/>
            </a:solidFill>
            <a:prstDash val="solid"/>
          </a:ln>
        </p:spPr>
        <p:txBody>
          <a:bodyPr/>
          <a:lstStyle/>
          <a:p>
            <a:endParaRPr lang="en-IN" sz="2400">
              <a:solidFill>
                <a:srgbClr val="F47025"/>
              </a:solidFill>
            </a:endParaRPr>
          </a:p>
        </p:txBody>
      </p:sp>
      <p:pic>
        <p:nvPicPr>
          <p:cNvPr id="36" name="Picture 35">
            <a:extLst>
              <a:ext uri="{FF2B5EF4-FFF2-40B4-BE49-F238E27FC236}">
                <a16:creationId xmlns:a16="http://schemas.microsoft.com/office/drawing/2014/main" id="{3DD920C1-8FA2-EA8A-B581-4A8FCB0FA5E0}"/>
              </a:ext>
            </a:extLst>
          </p:cNvPr>
          <p:cNvPicPr>
            <a:picLocks noChangeAspect="1"/>
          </p:cNvPicPr>
          <p:nvPr/>
        </p:nvPicPr>
        <p:blipFill>
          <a:blip r:embed="rId4"/>
          <a:stretch>
            <a:fillRect/>
          </a:stretch>
        </p:blipFill>
        <p:spPr>
          <a:xfrm>
            <a:off x="3499763" y="247176"/>
            <a:ext cx="4855840" cy="505816"/>
          </a:xfrm>
          <a:prstGeom prst="rect">
            <a:avLst/>
          </a:prstGeom>
        </p:spPr>
      </p:pic>
      <p:sp>
        <p:nvSpPr>
          <p:cNvPr id="37" name="TextBox 36"/>
          <p:cNvSpPr txBox="1"/>
          <p:nvPr/>
        </p:nvSpPr>
        <p:spPr>
          <a:xfrm>
            <a:off x="2307374" y="829117"/>
            <a:ext cx="8310407" cy="400110"/>
          </a:xfrm>
          <a:prstGeom prst="rect">
            <a:avLst/>
          </a:prstGeom>
          <a:noFill/>
        </p:spPr>
        <p:txBody>
          <a:bodyPr wrap="square">
            <a:spAutoFit/>
          </a:bodyPr>
          <a:lstStyle/>
          <a:p>
            <a:r>
              <a:rPr lang="en-US" sz="2000" b="1" dirty="0">
                <a:solidFill>
                  <a:srgbClr val="1F4E79"/>
                </a:solidFill>
              </a:rPr>
              <a:t>Object Oriented Analysis and Design using UML – Project Review </a:t>
            </a:r>
            <a:endParaRPr sz="2000" b="1" dirty="0">
              <a:solidFill>
                <a:srgbClr val="1F4E79"/>
              </a:solidFill>
            </a:endParaRPr>
          </a:p>
        </p:txBody>
      </p:sp>
      <p:sp>
        <p:nvSpPr>
          <p:cNvPr id="3" name="TextBox 2">
            <a:extLst>
              <a:ext uri="{FF2B5EF4-FFF2-40B4-BE49-F238E27FC236}">
                <a16:creationId xmlns:a16="http://schemas.microsoft.com/office/drawing/2014/main" id="{A4FB4DDD-6484-B6AD-DAF9-F2CACDBA903F}"/>
              </a:ext>
            </a:extLst>
          </p:cNvPr>
          <p:cNvSpPr txBox="1"/>
          <p:nvPr/>
        </p:nvSpPr>
        <p:spPr>
          <a:xfrm>
            <a:off x="822960" y="3956536"/>
            <a:ext cx="6108404" cy="2395528"/>
          </a:xfrm>
          <a:prstGeom prst="rect">
            <a:avLst/>
          </a:prstGeom>
          <a:noFill/>
        </p:spPr>
        <p:txBody>
          <a:bodyPr wrap="square">
            <a:spAutoFit/>
          </a:bodyPr>
          <a:lstStyle/>
          <a:p>
            <a:pPr>
              <a:spcBef>
                <a:spcPts val="1000"/>
              </a:spcBef>
            </a:pPr>
            <a:r>
              <a:rPr lang="en-IN" sz="1800" dirty="0">
                <a:solidFill>
                  <a:srgbClr val="E86A2C"/>
                </a:solidFill>
              </a:rPr>
              <a:t>Team No : - 7</a:t>
            </a:r>
          </a:p>
          <a:p>
            <a:pPr>
              <a:spcBef>
                <a:spcPts val="1000"/>
              </a:spcBef>
            </a:pPr>
            <a:r>
              <a:rPr lang="en-IN" dirty="0">
                <a:solidFill>
                  <a:srgbClr val="E86A2C"/>
                </a:solidFill>
              </a:rPr>
              <a:t>Team Members : </a:t>
            </a:r>
          </a:p>
          <a:p>
            <a:pPr>
              <a:spcBef>
                <a:spcPts val="1000"/>
              </a:spcBef>
            </a:pPr>
            <a:r>
              <a:rPr lang="en-IN" sz="1800" dirty="0">
                <a:solidFill>
                  <a:srgbClr val="E86A2C"/>
                </a:solidFill>
              </a:rPr>
              <a:t>1.PRANAV VEDULA– 24B11CS355</a:t>
            </a:r>
          </a:p>
          <a:p>
            <a:pPr>
              <a:spcBef>
                <a:spcPts val="1000"/>
              </a:spcBef>
            </a:pPr>
            <a:r>
              <a:rPr lang="en-IN" dirty="0">
                <a:solidFill>
                  <a:srgbClr val="E86A2C"/>
                </a:solidFill>
              </a:rPr>
              <a:t>2.POSA KAVERI – 24B11CS352</a:t>
            </a:r>
          </a:p>
          <a:p>
            <a:pPr>
              <a:spcBef>
                <a:spcPts val="1000"/>
              </a:spcBef>
            </a:pPr>
            <a:r>
              <a:rPr lang="en-IN" dirty="0">
                <a:solidFill>
                  <a:srgbClr val="E86A2C"/>
                </a:solidFill>
              </a:rPr>
              <a:t>3.M SATYA HARSHA VARDHAN REDDY – 24B11CS275</a:t>
            </a:r>
          </a:p>
          <a:p>
            <a:pPr>
              <a:spcBef>
                <a:spcPts val="1000"/>
              </a:spcBef>
            </a:pPr>
            <a:r>
              <a:rPr lang="en-IN" sz="1800" dirty="0">
                <a:solidFill>
                  <a:srgbClr val="E86A2C"/>
                </a:solidFill>
              </a:rPr>
              <a:t>4.BODHANAPU SUHAS – 24B11CS049</a:t>
            </a:r>
          </a:p>
        </p:txBody>
      </p:sp>
      <p:sp>
        <p:nvSpPr>
          <p:cNvPr id="4" name="TextBox 3">
            <a:extLst>
              <a:ext uri="{FF2B5EF4-FFF2-40B4-BE49-F238E27FC236}">
                <a16:creationId xmlns:a16="http://schemas.microsoft.com/office/drawing/2014/main" id="{DD408B1E-A2B1-854B-C0CE-2BF18A914125}"/>
              </a:ext>
            </a:extLst>
          </p:cNvPr>
          <p:cNvSpPr txBox="1"/>
          <p:nvPr/>
        </p:nvSpPr>
        <p:spPr>
          <a:xfrm>
            <a:off x="2053624" y="2501354"/>
            <a:ext cx="8310407" cy="707886"/>
          </a:xfrm>
          <a:prstGeom prst="rect">
            <a:avLst/>
          </a:prstGeom>
          <a:noFill/>
        </p:spPr>
        <p:txBody>
          <a:bodyPr wrap="square">
            <a:spAutoFit/>
          </a:bodyPr>
          <a:lstStyle/>
          <a:p>
            <a:pPr algn="ctr"/>
            <a:r>
              <a:rPr lang="en-IN" sz="4000" b="1" dirty="0">
                <a:solidFill>
                  <a:srgbClr val="1F4E79"/>
                </a:solidFill>
              </a:rPr>
              <a:t>AIRPORT MANAGEMENT SYSTEM</a:t>
            </a:r>
            <a:r>
              <a:rPr lang="en-US" sz="4000" b="1" dirty="0">
                <a:solidFill>
                  <a:srgbClr val="1F4E79"/>
                </a:solidFill>
              </a:rPr>
              <a:t> </a:t>
            </a:r>
            <a:endParaRPr sz="4000" b="1" dirty="0">
              <a:solidFill>
                <a:srgbClr val="1F4E79"/>
              </a:solidFil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40691" y="-82195"/>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548640" y="548640"/>
            <a:ext cx="8686800" cy="914400"/>
          </a:xfrm>
          <a:prstGeom prst="rect">
            <a:avLst/>
          </a:prstGeom>
          <a:noFill/>
        </p:spPr>
        <p:txBody>
          <a:bodyPr wrap="square">
            <a:spAutoFit/>
          </a:bodyPr>
          <a:lstStyle/>
          <a:p>
            <a:r>
              <a:rPr sz="3200" b="1">
                <a:solidFill>
                  <a:srgbClr val="E86A2C"/>
                </a:solidFill>
              </a:rPr>
              <a:t>Abstract</a:t>
            </a:r>
          </a:p>
        </p:txBody>
      </p:sp>
      <p:graphicFrame>
        <p:nvGraphicFramePr>
          <p:cNvPr id="9" name="TextBox 6">
            <a:extLst>
              <a:ext uri="{FF2B5EF4-FFF2-40B4-BE49-F238E27FC236}">
                <a16:creationId xmlns:a16="http://schemas.microsoft.com/office/drawing/2014/main" id="{01542318-E197-8255-F706-E500CF0BCF58}"/>
              </a:ext>
            </a:extLst>
          </p:cNvPr>
          <p:cNvGraphicFramePr/>
          <p:nvPr/>
        </p:nvGraphicFramePr>
        <p:xfrm>
          <a:off x="640080" y="1737360"/>
          <a:ext cx="8412480" cy="36933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30059" y="106093"/>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548640" y="548640"/>
            <a:ext cx="8686800" cy="914400"/>
          </a:xfrm>
          <a:prstGeom prst="rect">
            <a:avLst/>
          </a:prstGeom>
          <a:noFill/>
        </p:spPr>
        <p:txBody>
          <a:bodyPr wrap="square">
            <a:spAutoFit/>
          </a:bodyPr>
          <a:lstStyle/>
          <a:p>
            <a:r>
              <a:rPr sz="3200" b="1">
                <a:solidFill>
                  <a:srgbClr val="E86A2C"/>
                </a:solidFill>
              </a:rPr>
              <a:t>About UML Diagrams</a:t>
            </a:r>
          </a:p>
        </p:txBody>
      </p:sp>
      <p:graphicFrame>
        <p:nvGraphicFramePr>
          <p:cNvPr id="9" name="TextBox 6">
            <a:extLst>
              <a:ext uri="{FF2B5EF4-FFF2-40B4-BE49-F238E27FC236}">
                <a16:creationId xmlns:a16="http://schemas.microsoft.com/office/drawing/2014/main" id="{6FAAD33C-E8A7-04A8-172A-63A924F1C2CA}"/>
              </a:ext>
            </a:extLst>
          </p:cNvPr>
          <p:cNvGraphicFramePr/>
          <p:nvPr/>
        </p:nvGraphicFramePr>
        <p:xfrm>
          <a:off x="640080" y="1737360"/>
          <a:ext cx="8412480" cy="424731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7E9D6-9707-22BE-2E9E-10EA8FA95D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B332188-C6BC-B8D4-F377-7A08E312934D}"/>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FCC33B3-ABC7-D237-726B-2CBDD3B58245}"/>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1342AE38-2BF8-FA8C-E8BB-07158DF9069A}"/>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6247CE9E-AC32-52A2-5208-89F59768F7FE}"/>
              </a:ext>
            </a:extLst>
          </p:cNvPr>
          <p:cNvSpPr txBox="1"/>
          <p:nvPr/>
        </p:nvSpPr>
        <p:spPr>
          <a:xfrm>
            <a:off x="548640" y="548640"/>
            <a:ext cx="8686800" cy="914400"/>
          </a:xfrm>
          <a:prstGeom prst="rect">
            <a:avLst/>
          </a:prstGeom>
          <a:noFill/>
        </p:spPr>
        <p:txBody>
          <a:bodyPr wrap="square">
            <a:spAutoFit/>
          </a:bodyPr>
          <a:lstStyle/>
          <a:p>
            <a:r>
              <a:rPr sz="3200" b="1">
                <a:solidFill>
                  <a:srgbClr val="E86A2C"/>
                </a:solidFill>
              </a:rPr>
              <a:t>About UML Diagrams</a:t>
            </a:r>
          </a:p>
        </p:txBody>
      </p:sp>
      <p:sp>
        <p:nvSpPr>
          <p:cNvPr id="7" name="TextBox 6">
            <a:extLst>
              <a:ext uri="{FF2B5EF4-FFF2-40B4-BE49-F238E27FC236}">
                <a16:creationId xmlns:a16="http://schemas.microsoft.com/office/drawing/2014/main" id="{8E98DFC7-2288-0927-6115-88A3526CF73E}"/>
              </a:ext>
            </a:extLst>
          </p:cNvPr>
          <p:cNvSpPr txBox="1"/>
          <p:nvPr/>
        </p:nvSpPr>
        <p:spPr>
          <a:xfrm>
            <a:off x="640080" y="1737360"/>
            <a:ext cx="8412480" cy="369332"/>
          </a:xfrm>
          <a:prstGeom prst="rect">
            <a:avLst/>
          </a:prstGeom>
          <a:noFill/>
        </p:spPr>
        <p:txBody>
          <a:bodyPr wrap="square">
            <a:spAutoFit/>
          </a:bodyPr>
          <a:lstStyle/>
          <a:p>
            <a:pPr>
              <a:buNone/>
            </a:pPr>
            <a:r>
              <a:rPr lang="en-IN" b="1" dirty="0"/>
              <a:t>UML </a:t>
            </a:r>
            <a:r>
              <a:rPr lang="en-IN" b="1" dirty="0" err="1"/>
              <a:t>Modeling</a:t>
            </a:r>
            <a:r>
              <a:rPr lang="en-IN" b="1" dirty="0"/>
              <a:t> of the Airport Management System</a:t>
            </a:r>
          </a:p>
        </p:txBody>
      </p:sp>
      <p:graphicFrame>
        <p:nvGraphicFramePr>
          <p:cNvPr id="2" name="Table 1">
            <a:extLst>
              <a:ext uri="{FF2B5EF4-FFF2-40B4-BE49-F238E27FC236}">
                <a16:creationId xmlns:a16="http://schemas.microsoft.com/office/drawing/2014/main" id="{FD1F2523-065E-C685-1572-B649A22F6B17}"/>
              </a:ext>
            </a:extLst>
          </p:cNvPr>
          <p:cNvGraphicFramePr>
            <a:graphicFrameLocks noGrp="1"/>
          </p:cNvGraphicFramePr>
          <p:nvPr>
            <p:extLst>
              <p:ext uri="{D42A27DB-BD31-4B8C-83A1-F6EECF244321}">
                <p14:modId xmlns:p14="http://schemas.microsoft.com/office/powerpoint/2010/main" val="1784722597"/>
              </p:ext>
            </p:extLst>
          </p:nvPr>
        </p:nvGraphicFramePr>
        <p:xfrm>
          <a:off x="838200" y="2401094"/>
          <a:ext cx="10515600" cy="3200400"/>
        </p:xfrm>
        <a:graphic>
          <a:graphicData uri="http://schemas.openxmlformats.org/drawingml/2006/table">
            <a:tbl>
              <a:tblPr>
                <a:tableStyleId>{91EBBBCC-DAD2-459C-BE2E-F6DE35CF9A28}</a:tableStyleId>
              </a:tblPr>
              <a:tblGrid>
                <a:gridCol w="5257800">
                  <a:extLst>
                    <a:ext uri="{9D8B030D-6E8A-4147-A177-3AD203B41FA5}">
                      <a16:colId xmlns:a16="http://schemas.microsoft.com/office/drawing/2014/main" val="3790827605"/>
                    </a:ext>
                  </a:extLst>
                </a:gridCol>
                <a:gridCol w="5257800">
                  <a:extLst>
                    <a:ext uri="{9D8B030D-6E8A-4147-A177-3AD203B41FA5}">
                      <a16:colId xmlns:a16="http://schemas.microsoft.com/office/drawing/2014/main" val="38988876"/>
                    </a:ext>
                  </a:extLst>
                </a:gridCol>
              </a:tblGrid>
              <a:tr h="0">
                <a:tc>
                  <a:txBody>
                    <a:bodyPr/>
                    <a:lstStyle/>
                    <a:p>
                      <a:pPr>
                        <a:buNone/>
                      </a:pPr>
                      <a:r>
                        <a:rPr lang="en-IN" dirty="0"/>
                        <a:t>Diagram</a:t>
                      </a:r>
                    </a:p>
                  </a:txBody>
                  <a:tcPr anchor="ctr"/>
                </a:tc>
                <a:tc>
                  <a:txBody>
                    <a:bodyPr/>
                    <a:lstStyle/>
                    <a:p>
                      <a:pPr>
                        <a:buNone/>
                      </a:pPr>
                      <a:r>
                        <a:rPr lang="en-IN"/>
                        <a:t>What it represents</a:t>
                      </a:r>
                    </a:p>
                  </a:txBody>
                  <a:tcPr anchor="ctr"/>
                </a:tc>
                <a:extLst>
                  <a:ext uri="{0D108BD9-81ED-4DB2-BD59-A6C34878D82A}">
                    <a16:rowId xmlns:a16="http://schemas.microsoft.com/office/drawing/2014/main" val="1331662646"/>
                  </a:ext>
                </a:extLst>
              </a:tr>
              <a:tr h="0">
                <a:tc>
                  <a:txBody>
                    <a:bodyPr/>
                    <a:lstStyle/>
                    <a:p>
                      <a:pPr>
                        <a:buNone/>
                      </a:pPr>
                      <a:r>
                        <a:rPr lang="en-IN" b="1"/>
                        <a:t>Use Case</a:t>
                      </a:r>
                      <a:endParaRPr lang="en-IN"/>
                    </a:p>
                  </a:txBody>
                  <a:tcPr anchor="ctr"/>
                </a:tc>
                <a:tc>
                  <a:txBody>
                    <a:bodyPr/>
                    <a:lstStyle/>
                    <a:p>
                      <a:pPr>
                        <a:buNone/>
                      </a:pPr>
                      <a:r>
                        <a:rPr lang="en-IN"/>
                        <a:t>Actors and airport system functionalities</a:t>
                      </a:r>
                    </a:p>
                  </a:txBody>
                  <a:tcPr anchor="ctr"/>
                </a:tc>
                <a:extLst>
                  <a:ext uri="{0D108BD9-81ED-4DB2-BD59-A6C34878D82A}">
                    <a16:rowId xmlns:a16="http://schemas.microsoft.com/office/drawing/2014/main" val="3572852204"/>
                  </a:ext>
                </a:extLst>
              </a:tr>
              <a:tr h="0">
                <a:tc>
                  <a:txBody>
                    <a:bodyPr/>
                    <a:lstStyle/>
                    <a:p>
                      <a:pPr>
                        <a:buNone/>
                      </a:pPr>
                      <a:r>
                        <a:rPr lang="en-IN" b="1" dirty="0"/>
                        <a:t>Class</a:t>
                      </a:r>
                      <a:endParaRPr lang="en-IN" dirty="0"/>
                    </a:p>
                  </a:txBody>
                  <a:tcPr anchor="ctr"/>
                </a:tc>
                <a:tc>
                  <a:txBody>
                    <a:bodyPr/>
                    <a:lstStyle/>
                    <a:p>
                      <a:pPr>
                        <a:buNone/>
                      </a:pPr>
                      <a:r>
                        <a:rPr lang="en-IN"/>
                        <a:t>Passengers, flights, baggage, gates and other objects</a:t>
                      </a:r>
                    </a:p>
                  </a:txBody>
                  <a:tcPr anchor="ctr"/>
                </a:tc>
                <a:extLst>
                  <a:ext uri="{0D108BD9-81ED-4DB2-BD59-A6C34878D82A}">
                    <a16:rowId xmlns:a16="http://schemas.microsoft.com/office/drawing/2014/main" val="3117131463"/>
                  </a:ext>
                </a:extLst>
              </a:tr>
              <a:tr h="0">
                <a:tc>
                  <a:txBody>
                    <a:bodyPr/>
                    <a:lstStyle/>
                    <a:p>
                      <a:pPr>
                        <a:buNone/>
                      </a:pPr>
                      <a:r>
                        <a:rPr lang="en-IN" b="1"/>
                        <a:t>Sequence</a:t>
                      </a:r>
                      <a:endParaRPr lang="en-IN"/>
                    </a:p>
                  </a:txBody>
                  <a:tcPr anchor="ctr"/>
                </a:tc>
                <a:tc>
                  <a:txBody>
                    <a:bodyPr/>
                    <a:lstStyle/>
                    <a:p>
                      <a:pPr>
                        <a:buNone/>
                      </a:pPr>
                      <a:r>
                        <a:rPr lang="en-IN"/>
                        <a:t>Interaction during airport operations</a:t>
                      </a:r>
                    </a:p>
                  </a:txBody>
                  <a:tcPr anchor="ctr"/>
                </a:tc>
                <a:extLst>
                  <a:ext uri="{0D108BD9-81ED-4DB2-BD59-A6C34878D82A}">
                    <a16:rowId xmlns:a16="http://schemas.microsoft.com/office/drawing/2014/main" val="166347684"/>
                  </a:ext>
                </a:extLst>
              </a:tr>
              <a:tr h="0">
                <a:tc>
                  <a:txBody>
                    <a:bodyPr/>
                    <a:lstStyle/>
                    <a:p>
                      <a:pPr>
                        <a:buNone/>
                      </a:pPr>
                      <a:r>
                        <a:rPr lang="en-IN" b="1"/>
                        <a:t>Activity</a:t>
                      </a:r>
                      <a:endParaRPr lang="en-IN"/>
                    </a:p>
                  </a:txBody>
                  <a:tcPr anchor="ctr"/>
                </a:tc>
                <a:tc>
                  <a:txBody>
                    <a:bodyPr/>
                    <a:lstStyle/>
                    <a:p>
                      <a:pPr>
                        <a:buNone/>
                      </a:pPr>
                      <a:r>
                        <a:rPr lang="en-IN"/>
                        <a:t>End-to-end airport workflows</a:t>
                      </a:r>
                    </a:p>
                  </a:txBody>
                  <a:tcPr anchor="ctr"/>
                </a:tc>
                <a:extLst>
                  <a:ext uri="{0D108BD9-81ED-4DB2-BD59-A6C34878D82A}">
                    <a16:rowId xmlns:a16="http://schemas.microsoft.com/office/drawing/2014/main" val="3730819459"/>
                  </a:ext>
                </a:extLst>
              </a:tr>
              <a:tr h="0">
                <a:tc>
                  <a:txBody>
                    <a:bodyPr/>
                    <a:lstStyle/>
                    <a:p>
                      <a:pPr>
                        <a:buNone/>
                      </a:pPr>
                      <a:r>
                        <a:rPr lang="en-IN" b="1"/>
                        <a:t>State</a:t>
                      </a:r>
                      <a:endParaRPr lang="en-IN"/>
                    </a:p>
                  </a:txBody>
                  <a:tcPr anchor="ctr"/>
                </a:tc>
                <a:tc>
                  <a:txBody>
                    <a:bodyPr/>
                    <a:lstStyle/>
                    <a:p>
                      <a:pPr>
                        <a:buNone/>
                      </a:pPr>
                      <a:r>
                        <a:rPr lang="en-IN"/>
                        <a:t>Lifecycle of flights, bookings and baggage</a:t>
                      </a:r>
                    </a:p>
                  </a:txBody>
                  <a:tcPr anchor="ctr"/>
                </a:tc>
                <a:extLst>
                  <a:ext uri="{0D108BD9-81ED-4DB2-BD59-A6C34878D82A}">
                    <a16:rowId xmlns:a16="http://schemas.microsoft.com/office/drawing/2014/main" val="2542702597"/>
                  </a:ext>
                </a:extLst>
              </a:tr>
              <a:tr h="0">
                <a:tc>
                  <a:txBody>
                    <a:bodyPr/>
                    <a:lstStyle/>
                    <a:p>
                      <a:pPr>
                        <a:buNone/>
                      </a:pPr>
                      <a:r>
                        <a:rPr lang="en-IN" b="1"/>
                        <a:t>Component</a:t>
                      </a:r>
                      <a:endParaRPr lang="en-IN"/>
                    </a:p>
                  </a:txBody>
                  <a:tcPr anchor="ctr"/>
                </a:tc>
                <a:tc>
                  <a:txBody>
                    <a:bodyPr/>
                    <a:lstStyle/>
                    <a:p>
                      <a:pPr>
                        <a:buNone/>
                      </a:pPr>
                      <a:r>
                        <a:rPr lang="en-IN"/>
                        <a:t>Software architecture of the system</a:t>
                      </a:r>
                    </a:p>
                  </a:txBody>
                  <a:tcPr anchor="ctr"/>
                </a:tc>
                <a:extLst>
                  <a:ext uri="{0D108BD9-81ED-4DB2-BD59-A6C34878D82A}">
                    <a16:rowId xmlns:a16="http://schemas.microsoft.com/office/drawing/2014/main" val="1441511961"/>
                  </a:ext>
                </a:extLst>
              </a:tr>
              <a:tr h="0">
                <a:tc>
                  <a:txBody>
                    <a:bodyPr/>
                    <a:lstStyle/>
                    <a:p>
                      <a:pPr>
                        <a:buNone/>
                      </a:pPr>
                      <a:r>
                        <a:rPr lang="en-IN" b="1"/>
                        <a:t>Deployment</a:t>
                      </a:r>
                      <a:endParaRPr lang="en-IN"/>
                    </a:p>
                  </a:txBody>
                  <a:tcPr anchor="ctr"/>
                </a:tc>
                <a:tc>
                  <a:txBody>
                    <a:bodyPr/>
                    <a:lstStyle/>
                    <a:p>
                      <a:pPr>
                        <a:buNone/>
                      </a:pPr>
                      <a:r>
                        <a:rPr lang="en-IN" dirty="0"/>
                        <a:t>Physical deployment of the airport application</a:t>
                      </a:r>
                    </a:p>
                  </a:txBody>
                  <a:tcPr anchor="ctr"/>
                </a:tc>
                <a:extLst>
                  <a:ext uri="{0D108BD9-81ED-4DB2-BD59-A6C34878D82A}">
                    <a16:rowId xmlns:a16="http://schemas.microsoft.com/office/drawing/2014/main" val="1030863951"/>
                  </a:ext>
                </a:extLst>
              </a:tr>
            </a:tbl>
          </a:graphicData>
        </a:graphic>
      </p:graphicFrame>
    </p:spTree>
    <p:extLst>
      <p:ext uri="{BB962C8B-B14F-4D97-AF65-F5344CB8AC3E}">
        <p14:creationId xmlns:p14="http://schemas.microsoft.com/office/powerpoint/2010/main" val="234783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7F3DF-2D96-D0C4-D191-B4B3826086B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6D6B30F-CBDA-5E96-6348-7D263659B3B9}"/>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7AE9BCA6-2FD3-25F1-F683-B933D410F5A2}"/>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B0600736-707C-BFEB-0C26-EF75105AFD5A}"/>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512579FD-F8C1-3ECD-C1E2-33555F9B3B13}"/>
              </a:ext>
            </a:extLst>
          </p:cNvPr>
          <p:cNvSpPr txBox="1"/>
          <p:nvPr/>
        </p:nvSpPr>
        <p:spPr>
          <a:xfrm>
            <a:off x="548640" y="548640"/>
            <a:ext cx="8686800" cy="914400"/>
          </a:xfrm>
          <a:prstGeom prst="rect">
            <a:avLst/>
          </a:prstGeom>
          <a:noFill/>
        </p:spPr>
        <p:txBody>
          <a:bodyPr wrap="square">
            <a:spAutoFit/>
          </a:bodyPr>
          <a:lstStyle/>
          <a:p>
            <a:r>
              <a:rPr sz="3200" b="1">
                <a:solidFill>
                  <a:srgbClr val="E86A2C"/>
                </a:solidFill>
              </a:rPr>
              <a:t>Use Case Diagram</a:t>
            </a:r>
          </a:p>
        </p:txBody>
      </p:sp>
      <p:sp>
        <p:nvSpPr>
          <p:cNvPr id="7" name="TextBox 6">
            <a:extLst>
              <a:ext uri="{FF2B5EF4-FFF2-40B4-BE49-F238E27FC236}">
                <a16:creationId xmlns:a16="http://schemas.microsoft.com/office/drawing/2014/main" id="{DDDAF4C7-9822-E543-337D-CCD76B16D692}"/>
              </a:ext>
            </a:extLst>
          </p:cNvPr>
          <p:cNvSpPr txBox="1"/>
          <p:nvPr/>
        </p:nvSpPr>
        <p:spPr>
          <a:xfrm>
            <a:off x="640080" y="1737360"/>
            <a:ext cx="4059511" cy="4247317"/>
          </a:xfrm>
          <a:prstGeom prst="rect">
            <a:avLst/>
          </a:prstGeom>
          <a:noFill/>
        </p:spPr>
        <p:txBody>
          <a:bodyPr wrap="square">
            <a:spAutoFit/>
          </a:bodyPr>
          <a:lstStyle/>
          <a:p>
            <a:r>
              <a:rPr lang="en-IN" b="1" dirty="0"/>
              <a:t>Use Case Diagram</a:t>
            </a:r>
          </a:p>
          <a:p>
            <a:r>
              <a:rPr lang="en-IN" dirty="0"/>
              <a:t>A Use Case Diagram represents the </a:t>
            </a:r>
            <a:r>
              <a:rPr lang="en-IN" b="1" dirty="0"/>
              <a:t>functional requirements</a:t>
            </a:r>
            <a:r>
              <a:rPr lang="en-IN" dirty="0"/>
              <a:t> of the Airport Management System and shows how different actors interact with the system.</a:t>
            </a:r>
          </a:p>
          <a:p>
            <a:r>
              <a:rPr lang="en-IN" b="1" dirty="0"/>
              <a:t>Major Actors:</a:t>
            </a:r>
          </a:p>
          <a:p>
            <a:pPr marL="285750" indent="-285750">
              <a:buFont typeface="Arial" panose="020B0604020202020204" pitchFamily="34" charset="0"/>
              <a:buChar char="•"/>
            </a:pPr>
            <a:r>
              <a:rPr lang="en-IN" b="1" dirty="0"/>
              <a:t>Passenger</a:t>
            </a:r>
            <a:r>
              <a:rPr lang="en-IN" dirty="0"/>
              <a:t> </a:t>
            </a:r>
          </a:p>
          <a:p>
            <a:pPr marL="285750" indent="-285750">
              <a:buFont typeface="Arial" panose="020B0604020202020204" pitchFamily="34" charset="0"/>
              <a:buChar char="•"/>
            </a:pPr>
            <a:r>
              <a:rPr lang="en-IN" b="1" dirty="0"/>
              <a:t>Check-in Staff</a:t>
            </a:r>
            <a:r>
              <a:rPr lang="en-IN" dirty="0"/>
              <a:t> </a:t>
            </a:r>
          </a:p>
          <a:p>
            <a:pPr marL="285750" indent="-285750">
              <a:buFont typeface="Arial" panose="020B0604020202020204" pitchFamily="34" charset="0"/>
              <a:buChar char="•"/>
            </a:pPr>
            <a:r>
              <a:rPr lang="en-IN" b="1" dirty="0"/>
              <a:t>Security Personnel</a:t>
            </a:r>
            <a:r>
              <a:rPr lang="en-IN" dirty="0"/>
              <a:t> </a:t>
            </a:r>
          </a:p>
          <a:p>
            <a:pPr marL="285750" indent="-285750">
              <a:buFont typeface="Arial" panose="020B0604020202020204" pitchFamily="34" charset="0"/>
              <a:buChar char="•"/>
            </a:pPr>
            <a:r>
              <a:rPr lang="en-IN" b="1" dirty="0"/>
              <a:t>Immigration Officer</a:t>
            </a:r>
            <a:r>
              <a:rPr lang="en-IN" dirty="0"/>
              <a:t> </a:t>
            </a:r>
          </a:p>
          <a:p>
            <a:pPr marL="285750" indent="-285750">
              <a:buFont typeface="Arial" panose="020B0604020202020204" pitchFamily="34" charset="0"/>
              <a:buChar char="•"/>
            </a:pPr>
            <a:r>
              <a:rPr lang="en-IN" b="1" dirty="0"/>
              <a:t>Gate Agent</a:t>
            </a:r>
            <a:r>
              <a:rPr lang="en-IN" dirty="0"/>
              <a:t> </a:t>
            </a:r>
          </a:p>
          <a:p>
            <a:pPr marL="285750" indent="-285750">
              <a:buFont typeface="Arial" panose="020B0604020202020204" pitchFamily="34" charset="0"/>
              <a:buChar char="•"/>
            </a:pPr>
            <a:r>
              <a:rPr lang="en-IN" b="1" dirty="0"/>
              <a:t>Bus Driver</a:t>
            </a:r>
            <a:r>
              <a:rPr lang="en-IN" dirty="0"/>
              <a:t> </a:t>
            </a:r>
          </a:p>
          <a:p>
            <a:pPr marL="285750" indent="-285750">
              <a:buFont typeface="Arial" panose="020B0604020202020204" pitchFamily="34" charset="0"/>
              <a:buChar char="•"/>
            </a:pPr>
            <a:r>
              <a:rPr lang="en-IN" b="1" dirty="0"/>
              <a:t>Administrator</a:t>
            </a:r>
            <a:endParaRPr lang="en-IN" dirty="0"/>
          </a:p>
          <a:p>
            <a:endParaRPr lang="en-IN" dirty="0"/>
          </a:p>
        </p:txBody>
      </p:sp>
      <p:sp>
        <p:nvSpPr>
          <p:cNvPr id="2" name="TextBox 1">
            <a:extLst>
              <a:ext uri="{FF2B5EF4-FFF2-40B4-BE49-F238E27FC236}">
                <a16:creationId xmlns:a16="http://schemas.microsoft.com/office/drawing/2014/main" id="{F1B99F89-F355-A955-40F9-55165CE1FB8B}"/>
              </a:ext>
            </a:extLst>
          </p:cNvPr>
          <p:cNvSpPr txBox="1"/>
          <p:nvPr/>
        </p:nvSpPr>
        <p:spPr>
          <a:xfrm>
            <a:off x="5732489" y="1598860"/>
            <a:ext cx="4059511" cy="4524315"/>
          </a:xfrm>
          <a:prstGeom prst="rect">
            <a:avLst/>
          </a:prstGeom>
          <a:noFill/>
        </p:spPr>
        <p:txBody>
          <a:bodyPr wrap="square">
            <a:spAutoFit/>
          </a:bodyPr>
          <a:lstStyle/>
          <a:p>
            <a:r>
              <a:rPr lang="en-IN" b="1" dirty="0"/>
              <a:t>Major Functions</a:t>
            </a:r>
          </a:p>
          <a:p>
            <a:pPr marL="285750" indent="-285750">
              <a:buFont typeface="Arial" panose="020B0604020202020204" pitchFamily="34" charset="0"/>
              <a:buChar char="•"/>
            </a:pPr>
            <a:r>
              <a:rPr lang="en-IN" dirty="0"/>
              <a:t>Register/Login </a:t>
            </a:r>
          </a:p>
          <a:p>
            <a:pPr marL="285750" indent="-285750">
              <a:buFont typeface="Arial" panose="020B0604020202020204" pitchFamily="34" charset="0"/>
              <a:buChar char="•"/>
            </a:pPr>
            <a:r>
              <a:rPr lang="en-IN" dirty="0"/>
              <a:t>Check-in </a:t>
            </a:r>
          </a:p>
          <a:p>
            <a:pPr marL="285750" indent="-285750">
              <a:buFont typeface="Arial" panose="020B0604020202020204" pitchFamily="34" charset="0"/>
              <a:buChar char="•"/>
            </a:pPr>
            <a:r>
              <a:rPr lang="en-IN" dirty="0"/>
              <a:t>Generate Boarding Pass </a:t>
            </a:r>
          </a:p>
          <a:p>
            <a:pPr marL="285750" indent="-285750">
              <a:buFont typeface="Arial" panose="020B0604020202020204" pitchFamily="34" charset="0"/>
              <a:buChar char="•"/>
            </a:pPr>
            <a:r>
              <a:rPr lang="en-IN" dirty="0"/>
              <a:t>Manage Baggage </a:t>
            </a:r>
          </a:p>
          <a:p>
            <a:pPr marL="285750" indent="-285750">
              <a:buFont typeface="Arial" panose="020B0604020202020204" pitchFamily="34" charset="0"/>
              <a:buChar char="•"/>
            </a:pPr>
            <a:r>
              <a:rPr lang="en-IN" dirty="0"/>
              <a:t>Security Clearance </a:t>
            </a:r>
          </a:p>
          <a:p>
            <a:pPr marL="285750" indent="-285750">
              <a:buFont typeface="Arial" panose="020B0604020202020204" pitchFamily="34" charset="0"/>
              <a:buChar char="•"/>
            </a:pPr>
            <a:r>
              <a:rPr lang="en-IN" dirty="0"/>
              <a:t>Immigration Clearance </a:t>
            </a:r>
          </a:p>
          <a:p>
            <a:pPr marL="285750" indent="-285750">
              <a:buFont typeface="Arial" panose="020B0604020202020204" pitchFamily="34" charset="0"/>
              <a:buChar char="•"/>
            </a:pPr>
            <a:r>
              <a:rPr lang="en-IN" dirty="0"/>
              <a:t>Allocate Gate </a:t>
            </a:r>
          </a:p>
          <a:p>
            <a:pPr marL="285750" indent="-285750">
              <a:buFont typeface="Arial" panose="020B0604020202020204" pitchFamily="34" charset="0"/>
              <a:buChar char="•"/>
            </a:pPr>
            <a:r>
              <a:rPr lang="en-IN" dirty="0"/>
              <a:t>Board Passenger </a:t>
            </a:r>
          </a:p>
          <a:p>
            <a:pPr marL="285750" indent="-285750">
              <a:buFont typeface="Arial" panose="020B0604020202020204" pitchFamily="34" charset="0"/>
              <a:buChar char="•"/>
            </a:pPr>
            <a:r>
              <a:rPr lang="en-IN" dirty="0"/>
              <a:t>Manage Traveller Bus </a:t>
            </a:r>
          </a:p>
          <a:p>
            <a:pPr marL="285750" indent="-285750">
              <a:buFont typeface="Arial" panose="020B0604020202020204" pitchFamily="34" charset="0"/>
              <a:buChar char="•"/>
            </a:pPr>
            <a:r>
              <a:rPr lang="en-IN" dirty="0"/>
              <a:t>Track Flight </a:t>
            </a:r>
          </a:p>
          <a:p>
            <a:pPr marL="285750" indent="-285750">
              <a:buFont typeface="Arial" panose="020B0604020202020204" pitchFamily="34" charset="0"/>
              <a:buChar char="•"/>
            </a:pPr>
            <a:r>
              <a:rPr lang="en-IN" dirty="0"/>
              <a:t>Request Assistance </a:t>
            </a:r>
          </a:p>
          <a:p>
            <a:pPr marL="285750" indent="-285750">
              <a:buFont typeface="Arial" panose="020B0604020202020204" pitchFamily="34" charset="0"/>
              <a:buChar char="•"/>
            </a:pPr>
            <a:r>
              <a:rPr lang="en-IN" dirty="0"/>
              <a:t>Manage Lounge Access </a:t>
            </a:r>
          </a:p>
          <a:p>
            <a:pPr marL="285750" indent="-285750">
              <a:buFont typeface="Arial" panose="020B0604020202020204" pitchFamily="34" charset="0"/>
              <a:buChar char="•"/>
            </a:pPr>
            <a:r>
              <a:rPr lang="en-IN" dirty="0"/>
              <a:t>Manage Flights </a:t>
            </a:r>
          </a:p>
          <a:p>
            <a:pPr marL="285750" indent="-285750">
              <a:buFont typeface="Arial" panose="020B0604020202020204" pitchFamily="34" charset="0"/>
              <a:buChar char="•"/>
            </a:pPr>
            <a:r>
              <a:rPr lang="en-IN" dirty="0"/>
              <a:t>Generate Reports</a:t>
            </a:r>
          </a:p>
          <a:p>
            <a:endParaRPr lang="en-IN" dirty="0"/>
          </a:p>
        </p:txBody>
      </p:sp>
    </p:spTree>
    <p:extLst>
      <p:ext uri="{BB962C8B-B14F-4D97-AF65-F5344CB8AC3E}">
        <p14:creationId xmlns:p14="http://schemas.microsoft.com/office/powerpoint/2010/main" val="1570943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548640" y="548640"/>
            <a:ext cx="8686800" cy="914400"/>
          </a:xfrm>
          <a:prstGeom prst="rect">
            <a:avLst/>
          </a:prstGeom>
          <a:noFill/>
        </p:spPr>
        <p:txBody>
          <a:bodyPr wrap="square">
            <a:spAutoFit/>
          </a:bodyPr>
          <a:lstStyle/>
          <a:p>
            <a:r>
              <a:rPr sz="3200" b="1">
                <a:solidFill>
                  <a:srgbClr val="E86A2C"/>
                </a:solidFill>
              </a:rPr>
              <a:t>Use Case Diagram</a:t>
            </a:r>
          </a:p>
        </p:txBody>
      </p:sp>
      <p:pic>
        <p:nvPicPr>
          <p:cNvPr id="7" name="Picture 6">
            <a:extLst>
              <a:ext uri="{FF2B5EF4-FFF2-40B4-BE49-F238E27FC236}">
                <a16:creationId xmlns:a16="http://schemas.microsoft.com/office/drawing/2014/main" id="{5912AB2F-31DF-E033-8987-999EDCC145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4550" y="273050"/>
            <a:ext cx="2882900" cy="6311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CC47-FCC4-A609-D484-FC9418A75F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2B27572-4899-5DED-799D-2E8F39B25EA5}"/>
              </a:ext>
            </a:extLst>
          </p:cNvPr>
          <p:cNvPicPr>
            <a:picLocks noChangeAspect="1"/>
          </p:cNvPicPr>
          <p:nvPr/>
        </p:nvPicPr>
        <p:blipFill>
          <a:blip r:embed="rId3"/>
          <a:stretch>
            <a:fillRect/>
          </a:stretch>
        </p:blipFill>
        <p:spPr>
          <a:xfrm>
            <a:off x="10740691" y="-406396"/>
            <a:ext cx="1261669" cy="1261669"/>
          </a:xfrm>
          <a:prstGeom prst="rect">
            <a:avLst/>
          </a:prstGeom>
        </p:spPr>
      </p:pic>
      <p:sp>
        <p:nvSpPr>
          <p:cNvPr id="3" name="Shape 19">
            <a:extLst>
              <a:ext uri="{FF2B5EF4-FFF2-40B4-BE49-F238E27FC236}">
                <a16:creationId xmlns:a16="http://schemas.microsoft.com/office/drawing/2014/main" id="{72FFD4D6-0144-F9EC-F9CD-5D02C0572C6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09963E58-3C0B-B746-30F7-B5CD03CD1922}"/>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C82ECA5C-551B-6237-60D1-795287671B80}"/>
              </a:ext>
            </a:extLst>
          </p:cNvPr>
          <p:cNvSpPr txBox="1"/>
          <p:nvPr/>
        </p:nvSpPr>
        <p:spPr>
          <a:xfrm>
            <a:off x="548640" y="548640"/>
            <a:ext cx="8686800" cy="914400"/>
          </a:xfrm>
          <a:prstGeom prst="rect">
            <a:avLst/>
          </a:prstGeom>
          <a:noFill/>
        </p:spPr>
        <p:txBody>
          <a:bodyPr wrap="square">
            <a:spAutoFit/>
          </a:bodyPr>
          <a:lstStyle/>
          <a:p>
            <a:r>
              <a:rPr sz="3200" b="1">
                <a:solidFill>
                  <a:srgbClr val="E86A2C"/>
                </a:solidFill>
              </a:rPr>
              <a:t>Class Diagram</a:t>
            </a:r>
          </a:p>
        </p:txBody>
      </p:sp>
      <p:sp>
        <p:nvSpPr>
          <p:cNvPr id="7" name="TextBox 6">
            <a:extLst>
              <a:ext uri="{FF2B5EF4-FFF2-40B4-BE49-F238E27FC236}">
                <a16:creationId xmlns:a16="http://schemas.microsoft.com/office/drawing/2014/main" id="{4101D38A-9C26-B92A-B5D3-BB2BB4726AD1}"/>
              </a:ext>
            </a:extLst>
          </p:cNvPr>
          <p:cNvSpPr txBox="1"/>
          <p:nvPr/>
        </p:nvSpPr>
        <p:spPr>
          <a:xfrm>
            <a:off x="441299" y="1080726"/>
            <a:ext cx="5773972" cy="5416868"/>
          </a:xfrm>
          <a:prstGeom prst="rect">
            <a:avLst/>
          </a:prstGeom>
          <a:noFill/>
        </p:spPr>
        <p:txBody>
          <a:bodyPr wrap="square">
            <a:spAutoFit/>
          </a:bodyPr>
          <a:lstStyle/>
          <a:p>
            <a:r>
              <a:rPr lang="en-IN" b="1" dirty="0"/>
              <a:t>Class Diagram</a:t>
            </a:r>
          </a:p>
          <a:p>
            <a:r>
              <a:rPr lang="en-IN" dirty="0"/>
              <a:t>A Class Diagram represents the </a:t>
            </a:r>
            <a:r>
              <a:rPr lang="en-IN" b="1" dirty="0"/>
              <a:t>static structure</a:t>
            </a:r>
            <a:r>
              <a:rPr lang="en-IN" dirty="0"/>
              <a:t> of the Airport Management System.</a:t>
            </a:r>
          </a:p>
          <a:p>
            <a:r>
              <a:rPr lang="en-IN" sz="1600" b="1" dirty="0"/>
              <a:t>Major Classes</a:t>
            </a:r>
          </a:p>
          <a:p>
            <a:pPr marL="285750" indent="-285750">
              <a:buFont typeface="Arial" panose="020B0604020202020204" pitchFamily="34" charset="0"/>
              <a:buChar char="•"/>
            </a:pPr>
            <a:r>
              <a:rPr lang="en-IN" sz="1600" dirty="0"/>
              <a:t>Passenger </a:t>
            </a:r>
          </a:p>
          <a:p>
            <a:pPr marL="285750" indent="-285750">
              <a:buFont typeface="Arial" panose="020B0604020202020204" pitchFamily="34" charset="0"/>
              <a:buChar char="•"/>
            </a:pPr>
            <a:r>
              <a:rPr lang="en-IN" sz="1600" dirty="0" err="1"/>
              <a:t>AirportStaff</a:t>
            </a:r>
            <a:r>
              <a:rPr lang="en-IN" sz="1600" dirty="0"/>
              <a:t> </a:t>
            </a:r>
          </a:p>
          <a:p>
            <a:pPr marL="285750" indent="-285750">
              <a:buFont typeface="Arial" panose="020B0604020202020204" pitchFamily="34" charset="0"/>
              <a:buChar char="•"/>
            </a:pPr>
            <a:r>
              <a:rPr lang="en-IN" sz="1600" dirty="0" err="1"/>
              <a:t>CheckInStaff</a:t>
            </a:r>
            <a:r>
              <a:rPr lang="en-IN" sz="1600" dirty="0"/>
              <a:t> </a:t>
            </a:r>
          </a:p>
          <a:p>
            <a:pPr marL="285750" indent="-285750">
              <a:buFont typeface="Arial" panose="020B0604020202020204" pitchFamily="34" charset="0"/>
              <a:buChar char="•"/>
            </a:pPr>
            <a:r>
              <a:rPr lang="en-IN" sz="1600" dirty="0" err="1"/>
              <a:t>SecurityPersonnel</a:t>
            </a:r>
            <a:r>
              <a:rPr lang="en-IN" sz="1600" dirty="0"/>
              <a:t> </a:t>
            </a:r>
          </a:p>
          <a:p>
            <a:pPr marL="285750" indent="-285750">
              <a:buFont typeface="Arial" panose="020B0604020202020204" pitchFamily="34" charset="0"/>
              <a:buChar char="•"/>
            </a:pPr>
            <a:r>
              <a:rPr lang="en-IN" sz="1600" dirty="0" err="1"/>
              <a:t>ImmigrationOfficer</a:t>
            </a:r>
            <a:r>
              <a:rPr lang="en-IN" sz="1600" dirty="0"/>
              <a:t> </a:t>
            </a:r>
          </a:p>
          <a:p>
            <a:pPr marL="285750" indent="-285750">
              <a:buFont typeface="Arial" panose="020B0604020202020204" pitchFamily="34" charset="0"/>
              <a:buChar char="•"/>
            </a:pPr>
            <a:r>
              <a:rPr lang="en-IN" sz="1600" dirty="0" err="1"/>
              <a:t>GateAgent</a:t>
            </a:r>
            <a:r>
              <a:rPr lang="en-IN" sz="1600" dirty="0"/>
              <a:t> </a:t>
            </a:r>
          </a:p>
          <a:p>
            <a:pPr marL="285750" indent="-285750">
              <a:buFont typeface="Arial" panose="020B0604020202020204" pitchFamily="34" charset="0"/>
              <a:buChar char="•"/>
            </a:pPr>
            <a:r>
              <a:rPr lang="en-IN" sz="1600" dirty="0" err="1"/>
              <a:t>BusDriver</a:t>
            </a:r>
            <a:r>
              <a:rPr lang="en-IN" sz="1600" dirty="0"/>
              <a:t> </a:t>
            </a:r>
          </a:p>
          <a:p>
            <a:pPr marL="285750" indent="-285750">
              <a:buFont typeface="Arial" panose="020B0604020202020204" pitchFamily="34" charset="0"/>
              <a:buChar char="•"/>
            </a:pPr>
            <a:r>
              <a:rPr lang="en-IN" sz="1600" dirty="0"/>
              <a:t>Administrator </a:t>
            </a:r>
          </a:p>
          <a:p>
            <a:pPr marL="285750" indent="-285750">
              <a:buFont typeface="Arial" panose="020B0604020202020204" pitchFamily="34" charset="0"/>
              <a:buChar char="•"/>
            </a:pPr>
            <a:r>
              <a:rPr lang="en-IN" sz="1600" dirty="0"/>
              <a:t>Flight </a:t>
            </a:r>
          </a:p>
          <a:p>
            <a:pPr marL="285750" indent="-285750">
              <a:buFont typeface="Arial" panose="020B0604020202020204" pitchFamily="34" charset="0"/>
              <a:buChar char="•"/>
            </a:pPr>
            <a:r>
              <a:rPr lang="en-IN" sz="1600" dirty="0"/>
              <a:t>Booking </a:t>
            </a:r>
          </a:p>
          <a:p>
            <a:pPr marL="285750" indent="-285750">
              <a:buFont typeface="Arial" panose="020B0604020202020204" pitchFamily="34" charset="0"/>
              <a:buChar char="•"/>
            </a:pPr>
            <a:r>
              <a:rPr lang="en-IN" sz="1600" dirty="0" err="1"/>
              <a:t>BoardingPass</a:t>
            </a:r>
            <a:r>
              <a:rPr lang="en-IN" sz="1600" dirty="0"/>
              <a:t> </a:t>
            </a:r>
          </a:p>
          <a:p>
            <a:pPr marL="285750" indent="-285750">
              <a:buFont typeface="Arial" panose="020B0604020202020204" pitchFamily="34" charset="0"/>
              <a:buChar char="•"/>
            </a:pPr>
            <a:r>
              <a:rPr lang="en-IN" sz="1600" dirty="0"/>
              <a:t>Baggage </a:t>
            </a:r>
          </a:p>
          <a:p>
            <a:pPr marL="285750" indent="-285750">
              <a:buFont typeface="Arial" panose="020B0604020202020204" pitchFamily="34" charset="0"/>
              <a:buChar char="•"/>
            </a:pPr>
            <a:r>
              <a:rPr lang="en-IN" sz="1600" dirty="0"/>
              <a:t>Gate </a:t>
            </a:r>
          </a:p>
          <a:p>
            <a:pPr marL="285750" indent="-285750">
              <a:buFont typeface="Arial" panose="020B0604020202020204" pitchFamily="34" charset="0"/>
              <a:buChar char="•"/>
            </a:pPr>
            <a:r>
              <a:rPr lang="en-IN" sz="1600" dirty="0" err="1"/>
              <a:t>TravellerBus</a:t>
            </a:r>
            <a:r>
              <a:rPr lang="en-IN" sz="1600" dirty="0"/>
              <a:t> </a:t>
            </a:r>
          </a:p>
          <a:p>
            <a:pPr marL="285750" indent="-285750">
              <a:buFont typeface="Arial" panose="020B0604020202020204" pitchFamily="34" charset="0"/>
              <a:buChar char="•"/>
            </a:pPr>
            <a:r>
              <a:rPr lang="en-IN" sz="1600" dirty="0" err="1"/>
              <a:t>AssistanceRequest</a:t>
            </a:r>
            <a:r>
              <a:rPr lang="en-IN" sz="1600" dirty="0"/>
              <a:t> </a:t>
            </a:r>
          </a:p>
          <a:p>
            <a:pPr marL="285750" indent="-285750">
              <a:buFont typeface="Arial" panose="020B0604020202020204" pitchFamily="34" charset="0"/>
              <a:buChar char="•"/>
            </a:pPr>
            <a:r>
              <a:rPr lang="en-IN" sz="1600" dirty="0"/>
              <a:t>Lounge </a:t>
            </a:r>
          </a:p>
          <a:p>
            <a:pPr marL="285750" indent="-285750">
              <a:buFont typeface="Arial" panose="020B0604020202020204" pitchFamily="34" charset="0"/>
              <a:buChar char="•"/>
            </a:pPr>
            <a:r>
              <a:rPr lang="en-IN" sz="1600" dirty="0"/>
              <a:t>Transaction/Notification</a:t>
            </a:r>
          </a:p>
        </p:txBody>
      </p:sp>
      <p:sp>
        <p:nvSpPr>
          <p:cNvPr id="2" name="TextBox 1">
            <a:extLst>
              <a:ext uri="{FF2B5EF4-FFF2-40B4-BE49-F238E27FC236}">
                <a16:creationId xmlns:a16="http://schemas.microsoft.com/office/drawing/2014/main" id="{0740D235-1773-04C0-811D-D2E693CA43E8}"/>
              </a:ext>
            </a:extLst>
          </p:cNvPr>
          <p:cNvSpPr txBox="1"/>
          <p:nvPr/>
        </p:nvSpPr>
        <p:spPr>
          <a:xfrm>
            <a:off x="5976729" y="1311557"/>
            <a:ext cx="5773972" cy="1815882"/>
          </a:xfrm>
          <a:prstGeom prst="rect">
            <a:avLst/>
          </a:prstGeom>
          <a:noFill/>
        </p:spPr>
        <p:txBody>
          <a:bodyPr wrap="square">
            <a:spAutoFit/>
          </a:bodyPr>
          <a:lstStyle/>
          <a:p>
            <a:r>
              <a:rPr lang="en-IN" sz="1600" b="1" dirty="0"/>
              <a:t>Relationships</a:t>
            </a:r>
          </a:p>
          <a:p>
            <a:r>
              <a:rPr lang="en-IN" sz="1600" dirty="0"/>
              <a:t>The diagram represents:</a:t>
            </a:r>
          </a:p>
          <a:p>
            <a:r>
              <a:rPr lang="en-IN" sz="1600" b="1" dirty="0"/>
              <a:t>Inheritance</a:t>
            </a:r>
            <a:r>
              <a:rPr lang="en-IN" sz="1600" dirty="0"/>
              <a:t> </a:t>
            </a:r>
          </a:p>
          <a:p>
            <a:r>
              <a:rPr lang="en-IN" sz="1600" b="1" dirty="0"/>
              <a:t>Association</a:t>
            </a:r>
            <a:r>
              <a:rPr lang="en-IN" sz="1600" dirty="0"/>
              <a:t> </a:t>
            </a:r>
          </a:p>
          <a:p>
            <a:r>
              <a:rPr lang="en-IN" sz="1600" b="1" dirty="0"/>
              <a:t>Composition</a:t>
            </a:r>
            <a:r>
              <a:rPr lang="en-IN" sz="1600" dirty="0"/>
              <a:t> </a:t>
            </a:r>
          </a:p>
          <a:p>
            <a:r>
              <a:rPr lang="en-IN" sz="1600" b="1" dirty="0"/>
              <a:t>Dependency</a:t>
            </a:r>
            <a:endParaRPr lang="en-IN" sz="1600" dirty="0"/>
          </a:p>
          <a:p>
            <a:endParaRPr lang="en-IN" sz="1600" dirty="0"/>
          </a:p>
        </p:txBody>
      </p:sp>
    </p:spTree>
    <p:extLst>
      <p:ext uri="{BB962C8B-B14F-4D97-AF65-F5344CB8AC3E}">
        <p14:creationId xmlns:p14="http://schemas.microsoft.com/office/powerpoint/2010/main" val="1613167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548640" y="548640"/>
            <a:ext cx="8686800" cy="914400"/>
          </a:xfrm>
          <a:prstGeom prst="rect">
            <a:avLst/>
          </a:prstGeom>
          <a:noFill/>
        </p:spPr>
        <p:txBody>
          <a:bodyPr wrap="square">
            <a:spAutoFit/>
          </a:bodyPr>
          <a:lstStyle/>
          <a:p>
            <a:r>
              <a:rPr sz="3200" b="1">
                <a:solidFill>
                  <a:srgbClr val="E86A2C"/>
                </a:solidFill>
              </a:rPr>
              <a:t>Class Diagram</a:t>
            </a:r>
          </a:p>
        </p:txBody>
      </p:sp>
      <p:pic>
        <p:nvPicPr>
          <p:cNvPr id="10" name="Picture 9">
            <a:extLst>
              <a:ext uri="{FF2B5EF4-FFF2-40B4-BE49-F238E27FC236}">
                <a16:creationId xmlns:a16="http://schemas.microsoft.com/office/drawing/2014/main" id="{B1C2A04E-3877-5224-AE6B-5B2E46ADA7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04258" y="1199322"/>
            <a:ext cx="4975563" cy="51100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597D-BD71-C9F4-0040-00C08682216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C04E1BE-C3D7-D949-A3A3-A57CA874BFBF}"/>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0AAD2939-A42F-0771-ED55-D99011F8399E}"/>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B6EDD4DD-0782-284C-F4F7-6293F7DB0117}"/>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951B0BF0-A9E8-938A-0C4E-54B2AF2245E9}"/>
              </a:ext>
            </a:extLst>
          </p:cNvPr>
          <p:cNvSpPr txBox="1"/>
          <p:nvPr/>
        </p:nvSpPr>
        <p:spPr>
          <a:xfrm>
            <a:off x="548640" y="548640"/>
            <a:ext cx="8686800" cy="914400"/>
          </a:xfrm>
          <a:prstGeom prst="rect">
            <a:avLst/>
          </a:prstGeom>
          <a:noFill/>
        </p:spPr>
        <p:txBody>
          <a:bodyPr wrap="square">
            <a:spAutoFit/>
          </a:bodyPr>
          <a:lstStyle/>
          <a:p>
            <a:r>
              <a:rPr sz="3200" b="1">
                <a:solidFill>
                  <a:srgbClr val="E86A2C"/>
                </a:solidFill>
              </a:rPr>
              <a:t>Sequence Diagram</a:t>
            </a:r>
          </a:p>
        </p:txBody>
      </p:sp>
      <p:sp>
        <p:nvSpPr>
          <p:cNvPr id="7" name="TextBox 6">
            <a:extLst>
              <a:ext uri="{FF2B5EF4-FFF2-40B4-BE49-F238E27FC236}">
                <a16:creationId xmlns:a16="http://schemas.microsoft.com/office/drawing/2014/main" id="{C5AF83EB-30A9-70F1-2360-BF15969A68DD}"/>
              </a:ext>
            </a:extLst>
          </p:cNvPr>
          <p:cNvSpPr txBox="1"/>
          <p:nvPr/>
        </p:nvSpPr>
        <p:spPr>
          <a:xfrm>
            <a:off x="640080" y="1737360"/>
            <a:ext cx="8412480" cy="405560"/>
          </a:xfrm>
          <a:prstGeom prst="rect">
            <a:avLst/>
          </a:prstGeom>
          <a:noFill/>
        </p:spPr>
        <p:txBody>
          <a:bodyPr wrap="square">
            <a:spAutoFit/>
          </a:bodyPr>
          <a:lstStyle/>
          <a:p>
            <a:pPr>
              <a:lnSpc>
                <a:spcPct val="120000"/>
              </a:lnSpc>
              <a:spcAft>
                <a:spcPts val="1200"/>
              </a:spcAft>
            </a:pPr>
            <a:endParaRPr sz="1800" dirty="0">
              <a:solidFill>
                <a:srgbClr val="333333"/>
              </a:solidFill>
            </a:endParaRPr>
          </a:p>
        </p:txBody>
      </p:sp>
      <p:sp>
        <p:nvSpPr>
          <p:cNvPr id="2" name="TextBox 1">
            <a:extLst>
              <a:ext uri="{FF2B5EF4-FFF2-40B4-BE49-F238E27FC236}">
                <a16:creationId xmlns:a16="http://schemas.microsoft.com/office/drawing/2014/main" id="{5DABB196-98A3-1321-EA72-D2BEC2D17A3D}"/>
              </a:ext>
            </a:extLst>
          </p:cNvPr>
          <p:cNvSpPr txBox="1"/>
          <p:nvPr/>
        </p:nvSpPr>
        <p:spPr>
          <a:xfrm>
            <a:off x="640080" y="1737360"/>
            <a:ext cx="5575190" cy="2862322"/>
          </a:xfrm>
          <a:prstGeom prst="rect">
            <a:avLst/>
          </a:prstGeom>
          <a:noFill/>
        </p:spPr>
        <p:txBody>
          <a:bodyPr wrap="square">
            <a:spAutoFit/>
          </a:bodyPr>
          <a:lstStyle/>
          <a:p>
            <a:r>
              <a:rPr lang="en-IN" b="1" dirty="0"/>
              <a:t>Sequence Diagram</a:t>
            </a:r>
          </a:p>
          <a:p>
            <a:r>
              <a:rPr lang="en-IN" dirty="0"/>
              <a:t>A Sequence Diagram represents the </a:t>
            </a:r>
            <a:r>
              <a:rPr lang="en-IN" b="1" dirty="0"/>
              <a:t>time-ordered interaction</a:t>
            </a:r>
            <a:r>
              <a:rPr lang="en-IN" dirty="0"/>
              <a:t> between actors and objects.</a:t>
            </a:r>
          </a:p>
          <a:p>
            <a:r>
              <a:rPr lang="en-IN" b="1" dirty="0"/>
              <a:t>Components</a:t>
            </a:r>
          </a:p>
          <a:p>
            <a:r>
              <a:rPr lang="en-IN" dirty="0"/>
              <a:t>Actor </a:t>
            </a:r>
          </a:p>
          <a:p>
            <a:r>
              <a:rPr lang="en-IN" dirty="0"/>
              <a:t>Lifeline </a:t>
            </a:r>
          </a:p>
          <a:p>
            <a:r>
              <a:rPr lang="en-IN" dirty="0"/>
              <a:t>Message </a:t>
            </a:r>
          </a:p>
          <a:p>
            <a:r>
              <a:rPr lang="en-IN" dirty="0"/>
              <a:t>Activation </a:t>
            </a:r>
          </a:p>
          <a:p>
            <a:r>
              <a:rPr lang="en-IN" dirty="0"/>
              <a:t>Return Message </a:t>
            </a:r>
          </a:p>
          <a:p>
            <a:r>
              <a:rPr lang="en-IN" dirty="0"/>
              <a:t>Combined Fragment</a:t>
            </a:r>
          </a:p>
        </p:txBody>
      </p:sp>
      <p:sp>
        <p:nvSpPr>
          <p:cNvPr id="9" name="TextBox 8">
            <a:extLst>
              <a:ext uri="{FF2B5EF4-FFF2-40B4-BE49-F238E27FC236}">
                <a16:creationId xmlns:a16="http://schemas.microsoft.com/office/drawing/2014/main" id="{2B1DE463-C7B2-195E-91B7-02D3DDCCC3AD}"/>
              </a:ext>
            </a:extLst>
          </p:cNvPr>
          <p:cNvSpPr txBox="1"/>
          <p:nvPr/>
        </p:nvSpPr>
        <p:spPr>
          <a:xfrm>
            <a:off x="5997934" y="1737360"/>
            <a:ext cx="6109252" cy="2031325"/>
          </a:xfrm>
          <a:prstGeom prst="rect">
            <a:avLst/>
          </a:prstGeom>
          <a:noFill/>
        </p:spPr>
        <p:txBody>
          <a:bodyPr wrap="square">
            <a:spAutoFit/>
          </a:bodyPr>
          <a:lstStyle/>
          <a:p>
            <a:pPr>
              <a:buNone/>
            </a:pPr>
            <a:r>
              <a:rPr lang="en-IN" b="1" dirty="0"/>
              <a:t>Airport Operations</a:t>
            </a:r>
          </a:p>
          <a:p>
            <a:pPr>
              <a:buNone/>
            </a:pPr>
            <a:r>
              <a:rPr lang="en-IN" dirty="0"/>
              <a:t>We can model sequences such as:</a:t>
            </a:r>
          </a:p>
          <a:p>
            <a:pPr>
              <a:buFont typeface="+mj-lt"/>
              <a:buAutoNum type="arabicPeriod"/>
            </a:pPr>
            <a:r>
              <a:rPr lang="en-IN" dirty="0"/>
              <a:t>Passenger Check-in </a:t>
            </a:r>
          </a:p>
          <a:p>
            <a:pPr>
              <a:buFont typeface="+mj-lt"/>
              <a:buAutoNum type="arabicPeriod"/>
            </a:pPr>
            <a:r>
              <a:rPr lang="en-IN" dirty="0"/>
              <a:t>Baggage Processing </a:t>
            </a:r>
          </a:p>
          <a:p>
            <a:pPr>
              <a:buFont typeface="+mj-lt"/>
              <a:buAutoNum type="arabicPeriod"/>
            </a:pPr>
            <a:r>
              <a:rPr lang="en-IN" dirty="0"/>
              <a:t>Security Clearance </a:t>
            </a:r>
          </a:p>
          <a:p>
            <a:pPr>
              <a:buFont typeface="+mj-lt"/>
              <a:buAutoNum type="arabicPeriod"/>
            </a:pPr>
            <a:r>
              <a:rPr lang="en-IN" dirty="0"/>
              <a:t>Boarding </a:t>
            </a:r>
          </a:p>
          <a:p>
            <a:pPr>
              <a:buFont typeface="+mj-lt"/>
              <a:buAutoNum type="arabicPeriod"/>
            </a:pPr>
            <a:r>
              <a:rPr lang="en-IN" dirty="0"/>
              <a:t>Traveller Bus Transportation</a:t>
            </a:r>
          </a:p>
        </p:txBody>
      </p:sp>
    </p:spTree>
    <p:extLst>
      <p:ext uri="{BB962C8B-B14F-4D97-AF65-F5344CB8AC3E}">
        <p14:creationId xmlns:p14="http://schemas.microsoft.com/office/powerpoint/2010/main" val="2149441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AE04-CFE3-7500-109A-7096A1223E6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C4CC1E-2540-7228-BC32-E074243FA3E4}"/>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FE182B40-EA65-4EE8-2303-EBD51292CEEE}"/>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55E58F12-4C93-C85E-C23E-A3F9179D3CCC}"/>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74972528-970F-AF2C-1C64-0BCB244F0E8A}"/>
              </a:ext>
            </a:extLst>
          </p:cNvPr>
          <p:cNvSpPr txBox="1"/>
          <p:nvPr/>
        </p:nvSpPr>
        <p:spPr>
          <a:xfrm>
            <a:off x="548640" y="548640"/>
            <a:ext cx="8686800" cy="584775"/>
          </a:xfrm>
          <a:prstGeom prst="rect">
            <a:avLst/>
          </a:prstGeom>
          <a:noFill/>
        </p:spPr>
        <p:txBody>
          <a:bodyPr wrap="square">
            <a:spAutoFit/>
          </a:bodyPr>
          <a:lstStyle/>
          <a:p>
            <a:r>
              <a:rPr sz="3200" b="1" dirty="0">
                <a:solidFill>
                  <a:srgbClr val="E86A2C"/>
                </a:solidFill>
              </a:rPr>
              <a:t>Sequence Diagram</a:t>
            </a:r>
            <a:r>
              <a:rPr lang="en-US" sz="3200" b="1" dirty="0">
                <a:solidFill>
                  <a:srgbClr val="E86A2C"/>
                </a:solidFill>
              </a:rPr>
              <a:t> – ( check-in)</a:t>
            </a:r>
            <a:endParaRPr sz="3200" b="1" dirty="0">
              <a:solidFill>
                <a:srgbClr val="E86A2C"/>
              </a:solidFill>
            </a:endParaRPr>
          </a:p>
        </p:txBody>
      </p:sp>
      <p:sp>
        <p:nvSpPr>
          <p:cNvPr id="7" name="TextBox 6">
            <a:extLst>
              <a:ext uri="{FF2B5EF4-FFF2-40B4-BE49-F238E27FC236}">
                <a16:creationId xmlns:a16="http://schemas.microsoft.com/office/drawing/2014/main" id="{5938284B-3931-512A-89D1-E17DD6A4F7F8}"/>
              </a:ext>
            </a:extLst>
          </p:cNvPr>
          <p:cNvSpPr txBox="1"/>
          <p:nvPr/>
        </p:nvSpPr>
        <p:spPr>
          <a:xfrm>
            <a:off x="640080" y="1737360"/>
            <a:ext cx="8412480" cy="405560"/>
          </a:xfrm>
          <a:prstGeom prst="rect">
            <a:avLst/>
          </a:prstGeom>
          <a:noFill/>
        </p:spPr>
        <p:txBody>
          <a:bodyPr wrap="square">
            <a:spAutoFit/>
          </a:bodyPr>
          <a:lstStyle/>
          <a:p>
            <a:pPr>
              <a:lnSpc>
                <a:spcPct val="120000"/>
              </a:lnSpc>
              <a:spcAft>
                <a:spcPts val="1200"/>
              </a:spcAft>
            </a:pPr>
            <a:endParaRPr sz="1800" dirty="0">
              <a:solidFill>
                <a:srgbClr val="333333"/>
              </a:solidFill>
            </a:endParaRPr>
          </a:p>
        </p:txBody>
      </p:sp>
      <p:pic>
        <p:nvPicPr>
          <p:cNvPr id="8" name="Picture 7" descr="checkin_corrected.png"/>
          <p:cNvPicPr>
            <a:picLocks noChangeAspect="1"/>
          </p:cNvPicPr>
          <p:nvPr/>
        </p:nvPicPr>
        <p:blipFill>
          <a:blip r:embed="rId5"/>
          <a:stretch>
            <a:fillRect/>
          </a:stretch>
        </p:blipFill>
        <p:spPr>
          <a:xfrm>
            <a:off x="960120" y="1325880"/>
            <a:ext cx="8732520" cy="5074920"/>
          </a:xfrm>
          <a:prstGeom prst="rect">
            <a:avLst/>
          </a:prstGeom>
        </p:spPr>
      </p:pic>
    </p:spTree>
    <p:extLst>
      <p:ext uri="{BB962C8B-B14F-4D97-AF65-F5344CB8AC3E}">
        <p14:creationId xmlns:p14="http://schemas.microsoft.com/office/powerpoint/2010/main" val="3814809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03BDE-5D91-A6CE-68AD-6DDF74CF3E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ECC2F21-224E-ADF8-49C9-A1CBD7044F8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933C7C6B-3A2F-9A94-8076-997E486FA92A}"/>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8B40FB8F-388F-9255-AF3F-65AE5D4B8822}"/>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248C50D2-51E1-3D4F-1B5D-F5BD287332C8}"/>
              </a:ext>
            </a:extLst>
          </p:cNvPr>
          <p:cNvSpPr txBox="1"/>
          <p:nvPr/>
        </p:nvSpPr>
        <p:spPr>
          <a:xfrm>
            <a:off x="548640" y="548640"/>
            <a:ext cx="8686800" cy="914400"/>
          </a:xfrm>
          <a:prstGeom prst="rect">
            <a:avLst/>
          </a:prstGeom>
          <a:noFill/>
        </p:spPr>
        <p:txBody>
          <a:bodyPr wrap="square">
            <a:spAutoFit/>
          </a:bodyPr>
          <a:lstStyle/>
          <a:p>
            <a:r>
              <a:t>Sequence Diagram – ( baggage &amp; security clearance )</a:t>
            </a:r>
          </a:p>
        </p:txBody>
      </p:sp>
      <p:sp>
        <p:nvSpPr>
          <p:cNvPr id="7" name="TextBox 6">
            <a:extLst>
              <a:ext uri="{FF2B5EF4-FFF2-40B4-BE49-F238E27FC236}">
                <a16:creationId xmlns:a16="http://schemas.microsoft.com/office/drawing/2014/main" id="{80F341F4-85D0-4CC0-F208-B2D75BC4EC84}"/>
              </a:ext>
            </a:extLst>
          </p:cNvPr>
          <p:cNvSpPr txBox="1"/>
          <p:nvPr/>
        </p:nvSpPr>
        <p:spPr>
          <a:xfrm>
            <a:off x="640080" y="1737360"/>
            <a:ext cx="8412480" cy="405560"/>
          </a:xfrm>
          <a:prstGeom prst="rect">
            <a:avLst/>
          </a:prstGeom>
          <a:noFill/>
        </p:spPr>
        <p:txBody>
          <a:bodyPr wrap="square">
            <a:spAutoFit/>
          </a:bodyPr>
          <a:lstStyle/>
          <a:p>
            <a:pPr>
              <a:lnSpc>
                <a:spcPct val="120000"/>
              </a:lnSpc>
              <a:spcAft>
                <a:spcPts val="1200"/>
              </a:spcAft>
            </a:pPr>
            <a:endParaRPr sz="1800" dirty="0">
              <a:solidFill>
                <a:srgbClr val="333333"/>
              </a:solidFill>
            </a:endParaRPr>
          </a:p>
        </p:txBody>
      </p:sp>
      <p:pic>
        <p:nvPicPr>
          <p:cNvPr id="8" name="Picture 7" descr="baggage_security_corrected.png"/>
          <p:cNvPicPr>
            <a:picLocks noChangeAspect="1"/>
          </p:cNvPicPr>
          <p:nvPr/>
        </p:nvPicPr>
        <p:blipFill>
          <a:blip r:embed="rId5"/>
          <a:stretch>
            <a:fillRect/>
          </a:stretch>
        </p:blipFill>
        <p:spPr>
          <a:xfrm>
            <a:off x="868680" y="1325880"/>
            <a:ext cx="8823960" cy="5074920"/>
          </a:xfrm>
          <a:prstGeom prst="rect">
            <a:avLst/>
          </a:prstGeom>
        </p:spPr>
      </p:pic>
    </p:spTree>
    <p:extLst>
      <p:ext uri="{BB962C8B-B14F-4D97-AF65-F5344CB8AC3E}">
        <p14:creationId xmlns:p14="http://schemas.microsoft.com/office/powerpoint/2010/main" val="1742018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C872-61FE-F8C7-1BDE-28F99ABE274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8E8867-0F94-C291-1D45-5B35847B6FD5}"/>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0A6D4800-C49C-6B7C-31CE-C951392AB8BB}"/>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E6F3C255-B976-49C4-46C9-DE5FB257174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21BD8D35-3B34-5EE4-CD43-7EC4CE1864B0}"/>
              </a:ext>
            </a:extLst>
          </p:cNvPr>
          <p:cNvSpPr txBox="1"/>
          <p:nvPr/>
        </p:nvSpPr>
        <p:spPr>
          <a:xfrm>
            <a:off x="548640" y="548640"/>
            <a:ext cx="8686800" cy="914400"/>
          </a:xfrm>
          <a:prstGeom prst="rect">
            <a:avLst/>
          </a:prstGeom>
          <a:noFill/>
        </p:spPr>
        <p:txBody>
          <a:bodyPr wrap="square">
            <a:spAutoFit/>
          </a:bodyPr>
          <a:lstStyle/>
          <a:p>
            <a:r>
              <a:t>Sequence Diagram – ( boarding )</a:t>
            </a:r>
          </a:p>
        </p:txBody>
      </p:sp>
      <p:sp>
        <p:nvSpPr>
          <p:cNvPr id="7" name="TextBox 6">
            <a:extLst>
              <a:ext uri="{FF2B5EF4-FFF2-40B4-BE49-F238E27FC236}">
                <a16:creationId xmlns:a16="http://schemas.microsoft.com/office/drawing/2014/main" id="{D37B6717-A900-52A8-F66B-ADC3CA872FED}"/>
              </a:ext>
            </a:extLst>
          </p:cNvPr>
          <p:cNvSpPr txBox="1"/>
          <p:nvPr/>
        </p:nvSpPr>
        <p:spPr>
          <a:xfrm>
            <a:off x="640080" y="1737360"/>
            <a:ext cx="8412480" cy="405560"/>
          </a:xfrm>
          <a:prstGeom prst="rect">
            <a:avLst/>
          </a:prstGeom>
          <a:noFill/>
        </p:spPr>
        <p:txBody>
          <a:bodyPr wrap="square">
            <a:spAutoFit/>
          </a:bodyPr>
          <a:lstStyle/>
          <a:p>
            <a:pPr>
              <a:lnSpc>
                <a:spcPct val="120000"/>
              </a:lnSpc>
              <a:spcAft>
                <a:spcPts val="1200"/>
              </a:spcAft>
            </a:pPr>
            <a:endParaRPr sz="1800" dirty="0">
              <a:solidFill>
                <a:srgbClr val="333333"/>
              </a:solidFill>
            </a:endParaRPr>
          </a:p>
        </p:txBody>
      </p:sp>
      <p:pic>
        <p:nvPicPr>
          <p:cNvPr id="8" name="Picture 7" descr="boarding_corrected.png"/>
          <p:cNvPicPr>
            <a:picLocks noChangeAspect="1"/>
          </p:cNvPicPr>
          <p:nvPr/>
        </p:nvPicPr>
        <p:blipFill>
          <a:blip r:embed="rId5"/>
          <a:stretch>
            <a:fillRect/>
          </a:stretch>
        </p:blipFill>
        <p:spPr>
          <a:xfrm>
            <a:off x="914400" y="1325880"/>
            <a:ext cx="8778240" cy="5074920"/>
          </a:xfrm>
          <a:prstGeom prst="rect">
            <a:avLst/>
          </a:prstGeom>
        </p:spPr>
      </p:pic>
    </p:spTree>
    <p:extLst>
      <p:ext uri="{BB962C8B-B14F-4D97-AF65-F5344CB8AC3E}">
        <p14:creationId xmlns:p14="http://schemas.microsoft.com/office/powerpoint/2010/main" val="3467728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8432-5723-2D5B-49EF-8B1F9A40107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F4924D4-51AD-78EB-2F66-71D395F54AFC}"/>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BF9CD6A8-060F-84FF-B306-E1CB6BC5A27C}"/>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8546AC39-989F-1A91-E453-E7938EF2FACA}"/>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ADF982A9-4E9A-FE92-9397-F01D301B4383}"/>
              </a:ext>
            </a:extLst>
          </p:cNvPr>
          <p:cNvSpPr txBox="1"/>
          <p:nvPr/>
        </p:nvSpPr>
        <p:spPr>
          <a:xfrm>
            <a:off x="548640" y="548640"/>
            <a:ext cx="8686800" cy="914400"/>
          </a:xfrm>
          <a:prstGeom prst="rect">
            <a:avLst/>
          </a:prstGeom>
          <a:noFill/>
        </p:spPr>
        <p:txBody>
          <a:bodyPr wrap="square">
            <a:spAutoFit/>
          </a:bodyPr>
          <a:lstStyle/>
          <a:p>
            <a:r>
              <a:rPr sz="3200" b="1">
                <a:solidFill>
                  <a:srgbClr val="E86A2C"/>
                </a:solidFill>
              </a:rPr>
              <a:t>State Chart Diagram</a:t>
            </a:r>
          </a:p>
        </p:txBody>
      </p:sp>
      <p:sp>
        <p:nvSpPr>
          <p:cNvPr id="8" name="TextBox 7">
            <a:extLst>
              <a:ext uri="{FF2B5EF4-FFF2-40B4-BE49-F238E27FC236}">
                <a16:creationId xmlns:a16="http://schemas.microsoft.com/office/drawing/2014/main" id="{63ADD052-5B86-3A10-CCA8-FDBCAF64B4A1}"/>
              </a:ext>
            </a:extLst>
          </p:cNvPr>
          <p:cNvSpPr txBox="1"/>
          <p:nvPr/>
        </p:nvSpPr>
        <p:spPr>
          <a:xfrm>
            <a:off x="463826" y="1674075"/>
            <a:ext cx="8686800" cy="3139321"/>
          </a:xfrm>
          <a:prstGeom prst="rect">
            <a:avLst/>
          </a:prstGeom>
          <a:noFill/>
        </p:spPr>
        <p:txBody>
          <a:bodyPr wrap="square">
            <a:spAutoFit/>
          </a:bodyPr>
          <a:lstStyle/>
          <a:p>
            <a:pPr>
              <a:buNone/>
            </a:pPr>
            <a:r>
              <a:rPr lang="en-IN" b="1" dirty="0"/>
              <a:t>The State Chart Diagram represents the different states of a flight during its lifecycle and the events that cause it to move from one state to another.</a:t>
            </a:r>
            <a:endParaRPr lang="en-IN" dirty="0"/>
          </a:p>
          <a:p>
            <a:pPr>
              <a:buNone/>
            </a:pPr>
            <a:r>
              <a:rPr lang="en-IN" dirty="0"/>
              <a:t>In our </a:t>
            </a:r>
            <a:r>
              <a:rPr lang="en-IN" b="1" dirty="0"/>
              <a:t>Airport Management System</a:t>
            </a:r>
            <a:r>
              <a:rPr lang="en-IN" dirty="0"/>
              <a:t>, a flight initially starts as </a:t>
            </a:r>
            <a:r>
              <a:rPr lang="en-IN" b="1" dirty="0"/>
              <a:t>Scheduled</a:t>
            </a:r>
            <a:r>
              <a:rPr lang="en-IN" dirty="0"/>
              <a:t>. Based on airport operations, it can become </a:t>
            </a:r>
            <a:r>
              <a:rPr lang="en-IN" b="1" dirty="0"/>
              <a:t>Delayed</a:t>
            </a:r>
            <a:r>
              <a:rPr lang="en-IN" dirty="0"/>
              <a:t> or </a:t>
            </a:r>
            <a:r>
              <a:rPr lang="en-IN" b="1" dirty="0"/>
              <a:t>Cancelled</a:t>
            </a:r>
            <a:r>
              <a:rPr lang="en-IN" dirty="0"/>
              <a:t>. Once the flight is ready, boarding begins, followed by departure and finally arrival.</a:t>
            </a:r>
          </a:p>
          <a:p>
            <a:pPr>
              <a:buNone/>
            </a:pPr>
            <a:r>
              <a:rPr lang="en-IN" b="1" dirty="0"/>
              <a:t>Flight States</a:t>
            </a:r>
          </a:p>
          <a:p>
            <a:pPr>
              <a:buNone/>
            </a:pPr>
            <a:r>
              <a:rPr lang="en-IN" b="1" dirty="0"/>
              <a:t>Scheduled → Boarding → Departed → Arrived</a:t>
            </a:r>
            <a:endParaRPr lang="en-IN" dirty="0"/>
          </a:p>
          <a:p>
            <a:pPr>
              <a:buNone/>
            </a:pPr>
            <a:r>
              <a:rPr lang="en-IN" dirty="0"/>
              <a:t>Possible alternate states:</a:t>
            </a:r>
          </a:p>
          <a:p>
            <a:pPr>
              <a:buNone/>
            </a:pPr>
            <a:r>
              <a:rPr lang="en-IN" b="1" dirty="0"/>
              <a:t>Scheduled → Delayed → Boarding</a:t>
            </a:r>
            <a:endParaRPr lang="en-IN" dirty="0"/>
          </a:p>
          <a:p>
            <a:pPr>
              <a:buNone/>
            </a:pPr>
            <a:r>
              <a:rPr lang="en-IN" b="1" dirty="0"/>
              <a:t>Scheduled → Cancelled</a:t>
            </a:r>
            <a:endParaRPr lang="en-IN" dirty="0"/>
          </a:p>
          <a:p>
            <a:pPr>
              <a:buNone/>
            </a:pPr>
            <a:r>
              <a:rPr lang="en-IN" b="1" dirty="0"/>
              <a:t>Boarding → Cancelled</a:t>
            </a:r>
            <a:endParaRPr lang="en-IN" dirty="0"/>
          </a:p>
        </p:txBody>
      </p:sp>
    </p:spTree>
    <p:extLst>
      <p:ext uri="{BB962C8B-B14F-4D97-AF65-F5344CB8AC3E}">
        <p14:creationId xmlns:p14="http://schemas.microsoft.com/office/powerpoint/2010/main" val="1321340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548640" y="548640"/>
            <a:ext cx="8686800" cy="914400"/>
          </a:xfrm>
          <a:prstGeom prst="rect">
            <a:avLst/>
          </a:prstGeom>
          <a:noFill/>
        </p:spPr>
        <p:txBody>
          <a:bodyPr wrap="square">
            <a:spAutoFit/>
          </a:bodyPr>
          <a:lstStyle/>
          <a:p>
            <a:r>
              <a:rPr sz="3200" b="1">
                <a:solidFill>
                  <a:srgbClr val="E86A2C"/>
                </a:solidFill>
              </a:rPr>
              <a:t>State Chart Diagram</a:t>
            </a:r>
          </a:p>
        </p:txBody>
      </p:sp>
      <p:pic>
        <p:nvPicPr>
          <p:cNvPr id="8" name="Picture 7">
            <a:extLst>
              <a:ext uri="{FF2B5EF4-FFF2-40B4-BE49-F238E27FC236}">
                <a16:creationId xmlns:a16="http://schemas.microsoft.com/office/drawing/2014/main" id="{1F6DA559-612F-6945-5F55-C94DB5F11C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4882" y="1535687"/>
            <a:ext cx="3193774" cy="47736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BE56-5D84-D137-4C46-71B6BEC9CED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F0DC0BB-E102-E43A-DB26-F001E5C23C96}"/>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FF9FAAAA-FB2C-985A-49CD-44BD93E29ED0}"/>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AD262D7-8D7C-ED55-59C9-91989703C539}"/>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5B1579FE-CF22-72E8-ED48-DF743DAD5B41}"/>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Review – 2 </a:t>
            </a:r>
            <a:endParaRPr sz="3200" b="1" dirty="0">
              <a:solidFill>
                <a:srgbClr val="E86A2C"/>
              </a:solidFill>
            </a:endParaRPr>
          </a:p>
        </p:txBody>
      </p:sp>
      <p:sp>
        <p:nvSpPr>
          <p:cNvPr id="8" name="TextBox 7">
            <a:extLst>
              <a:ext uri="{FF2B5EF4-FFF2-40B4-BE49-F238E27FC236}">
                <a16:creationId xmlns:a16="http://schemas.microsoft.com/office/drawing/2014/main" id="{6C2B9149-8FAA-7CB5-17A9-FD0E162661A8}"/>
              </a:ext>
            </a:extLst>
          </p:cNvPr>
          <p:cNvSpPr txBox="1"/>
          <p:nvPr/>
        </p:nvSpPr>
        <p:spPr>
          <a:xfrm>
            <a:off x="463825" y="1674075"/>
            <a:ext cx="10276865" cy="4247317"/>
          </a:xfrm>
          <a:prstGeom prst="rect">
            <a:avLst/>
          </a:prstGeom>
          <a:noFill/>
        </p:spPr>
        <p:txBody>
          <a:bodyPr wrap="square">
            <a:spAutoFit/>
          </a:bodyPr>
          <a:lstStyle/>
          <a:p>
            <a:pPr>
              <a:buNone/>
            </a:pPr>
            <a:r>
              <a:rPr lang="en-IN" b="1" dirty="0"/>
              <a:t>Activity Diagram: </a:t>
            </a:r>
          </a:p>
          <a:p>
            <a:pPr>
              <a:buNone/>
            </a:pPr>
            <a:endParaRPr lang="en-IN" dirty="0"/>
          </a:p>
          <a:p>
            <a:pPr>
              <a:buNone/>
            </a:pPr>
            <a:r>
              <a:rPr lang="en-IN" dirty="0"/>
              <a:t>The Activity Diagram helps us understand the step-by-step workflow of a passenger in the Airport Management System.</a:t>
            </a:r>
          </a:p>
          <a:p>
            <a:pPr>
              <a:buNone/>
            </a:pPr>
            <a:endParaRPr lang="en-IN" dirty="0"/>
          </a:p>
          <a:p>
            <a:pPr>
              <a:buNone/>
            </a:pPr>
            <a:r>
              <a:rPr lang="en-IN" b="1" dirty="0"/>
              <a:t>Deployment Diagram: </a:t>
            </a:r>
          </a:p>
          <a:p>
            <a:pPr>
              <a:buNone/>
            </a:pPr>
            <a:endParaRPr lang="en-IN" dirty="0"/>
          </a:p>
          <a:p>
            <a:pPr>
              <a:buNone/>
            </a:pPr>
            <a:r>
              <a:rPr lang="en-IN" dirty="0"/>
              <a:t>The Deployment Diagram helps us understand how the Airport Management System is physically deployed across devices, servers, databases, and communication networks.</a:t>
            </a:r>
          </a:p>
          <a:p>
            <a:pPr>
              <a:buNone/>
            </a:pPr>
            <a:endParaRPr lang="en-IN" b="1" dirty="0"/>
          </a:p>
          <a:p>
            <a:pPr>
              <a:buNone/>
            </a:pPr>
            <a:r>
              <a:rPr lang="en-IN" b="1" dirty="0"/>
              <a:t>Component Diagram: </a:t>
            </a:r>
          </a:p>
          <a:p>
            <a:pPr>
              <a:buNone/>
            </a:pPr>
            <a:endParaRPr lang="en-IN" dirty="0"/>
          </a:p>
          <a:p>
            <a:pPr>
              <a:buNone/>
            </a:pPr>
            <a:r>
              <a:rPr lang="en-IN" dirty="0"/>
              <a:t>The Component Diagram helps us understand the major software components of the Airport Management System and how they interact with each other.</a:t>
            </a:r>
          </a:p>
          <a:p>
            <a:pPr>
              <a:buNone/>
            </a:pPr>
            <a:endParaRPr lang="en-IN" dirty="0"/>
          </a:p>
        </p:txBody>
      </p:sp>
    </p:spTree>
    <p:extLst>
      <p:ext uri="{BB962C8B-B14F-4D97-AF65-F5344CB8AC3E}">
        <p14:creationId xmlns:p14="http://schemas.microsoft.com/office/powerpoint/2010/main" val="259653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7B5D9-6F8C-7732-8941-32B3EA627D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8F26E0C-813C-074C-E570-7D4B4EB125EE}"/>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18BEA2C4-D71E-F681-CB19-F77A53AF7FFF}"/>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D09E00C-9E6E-519E-1F34-2B57EACB4929}"/>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C8756B99-0368-6864-B7D4-ED3F60CEBF18}"/>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Activity</a:t>
            </a:r>
            <a:endParaRPr sz="3200" b="1" dirty="0">
              <a:solidFill>
                <a:srgbClr val="E86A2C"/>
              </a:solidFill>
            </a:endParaRPr>
          </a:p>
        </p:txBody>
      </p:sp>
      <p:sp>
        <p:nvSpPr>
          <p:cNvPr id="8" name="TextBox 7">
            <a:extLst>
              <a:ext uri="{FF2B5EF4-FFF2-40B4-BE49-F238E27FC236}">
                <a16:creationId xmlns:a16="http://schemas.microsoft.com/office/drawing/2014/main" id="{36D66A2B-B02D-BF90-32A2-A044381ECD7F}"/>
              </a:ext>
            </a:extLst>
          </p:cNvPr>
          <p:cNvSpPr txBox="1"/>
          <p:nvPr/>
        </p:nvSpPr>
        <p:spPr>
          <a:xfrm>
            <a:off x="463826" y="1674075"/>
            <a:ext cx="6230888" cy="2031325"/>
          </a:xfrm>
          <a:prstGeom prst="rect">
            <a:avLst/>
          </a:prstGeom>
          <a:noFill/>
        </p:spPr>
        <p:txBody>
          <a:bodyPr wrap="square">
            <a:spAutoFit/>
          </a:bodyPr>
          <a:lstStyle/>
          <a:p>
            <a:pPr>
              <a:buNone/>
            </a:pPr>
            <a:r>
              <a:rPr lang="en-IN" dirty="0"/>
              <a:t>The Activity Diagram represents the complete passenger journey in the Airport Management System, starting from login and flight search through booking, check-in, boarding-pass generation and security verification. Based on the security verification result, the passenger either proceeds to the gate and boards the flight or the process terminates due to failed verification.</a:t>
            </a:r>
          </a:p>
        </p:txBody>
      </p:sp>
    </p:spTree>
    <p:extLst>
      <p:ext uri="{BB962C8B-B14F-4D97-AF65-F5344CB8AC3E}">
        <p14:creationId xmlns:p14="http://schemas.microsoft.com/office/powerpoint/2010/main" val="686439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567A-A9F5-2392-C6FE-D3FA8627BD7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23138F8-DC4B-49A6-F577-E2E1EA9096C0}"/>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03C0934F-86FF-36B4-3C4C-E3CBB81443EB}"/>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50A40E0B-2841-7975-CCD0-1A05DA70BC80}"/>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11209001-3C78-EB37-4007-F60128967D3E}"/>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Activity </a:t>
            </a:r>
            <a:r>
              <a:rPr sz="3200" b="1" dirty="0">
                <a:solidFill>
                  <a:srgbClr val="E86A2C"/>
                </a:solidFill>
              </a:rPr>
              <a:t>Diagram</a:t>
            </a:r>
          </a:p>
        </p:txBody>
      </p:sp>
      <p:pic>
        <p:nvPicPr>
          <p:cNvPr id="2" name="Picture 1">
            <a:extLst>
              <a:ext uri="{FF2B5EF4-FFF2-40B4-BE49-F238E27FC236}">
                <a16:creationId xmlns:a16="http://schemas.microsoft.com/office/drawing/2014/main" id="{B572733E-78D4-A089-7C0A-4CD73B9CCF0D}"/>
              </a:ext>
            </a:extLst>
          </p:cNvPr>
          <p:cNvPicPr>
            <a:picLocks noChangeAspect="1"/>
          </p:cNvPicPr>
          <p:nvPr/>
        </p:nvPicPr>
        <p:blipFill>
          <a:blip r:embed="rId5"/>
          <a:stretch>
            <a:fillRect/>
          </a:stretch>
        </p:blipFill>
        <p:spPr>
          <a:xfrm>
            <a:off x="1110342" y="1161570"/>
            <a:ext cx="7772400" cy="5181600"/>
          </a:xfrm>
          <a:prstGeom prst="rect">
            <a:avLst/>
          </a:prstGeom>
        </p:spPr>
      </p:pic>
    </p:spTree>
    <p:extLst>
      <p:ext uri="{BB962C8B-B14F-4D97-AF65-F5344CB8AC3E}">
        <p14:creationId xmlns:p14="http://schemas.microsoft.com/office/powerpoint/2010/main" val="3357565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7A4A-6BF7-32EB-4956-28B72CF9FB0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E4AAEF4-14AF-0976-9288-B625B2C9ECE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180CBE4F-3DFC-65A2-0D4C-34D4EBA67317}"/>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DA3E3166-CDA4-3D80-540E-AB5BCF72A698}"/>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57035CC0-51C3-A6C9-527A-01E165A104F6}"/>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Deployment</a:t>
            </a:r>
            <a:endParaRPr sz="3200" b="1" dirty="0">
              <a:solidFill>
                <a:srgbClr val="E86A2C"/>
              </a:solidFill>
            </a:endParaRPr>
          </a:p>
        </p:txBody>
      </p:sp>
      <p:sp>
        <p:nvSpPr>
          <p:cNvPr id="8" name="TextBox 7">
            <a:extLst>
              <a:ext uri="{FF2B5EF4-FFF2-40B4-BE49-F238E27FC236}">
                <a16:creationId xmlns:a16="http://schemas.microsoft.com/office/drawing/2014/main" id="{9CC6BC2D-E0DB-0BEE-B25F-8596255AE1E5}"/>
              </a:ext>
            </a:extLst>
          </p:cNvPr>
          <p:cNvSpPr txBox="1"/>
          <p:nvPr/>
        </p:nvSpPr>
        <p:spPr>
          <a:xfrm>
            <a:off x="463826" y="1674075"/>
            <a:ext cx="8686800" cy="2585323"/>
          </a:xfrm>
          <a:prstGeom prst="rect">
            <a:avLst/>
          </a:prstGeom>
          <a:noFill/>
        </p:spPr>
        <p:txBody>
          <a:bodyPr wrap="square">
            <a:spAutoFit/>
          </a:bodyPr>
          <a:lstStyle/>
          <a:p>
            <a:pPr>
              <a:buNone/>
            </a:pPr>
            <a:r>
              <a:rPr lang="en-IN" dirty="0"/>
              <a:t>The Deployment Diagram represents the physical deployment of the Airport Management System. Passengers, airport staff and administrators access the system through web browsers, mobile applications and dedicated terminals. All client devices communicate with the Airport Management API through HTTPS. The application server hosts the major airport services such as authentication, flight management, passenger management, baggage management, gate management, reporting and notifications. These services access the Airport Management Database for storing and retrieving operational data. The Notification Server provides SMS and email communication services.</a:t>
            </a:r>
          </a:p>
        </p:txBody>
      </p:sp>
    </p:spTree>
    <p:extLst>
      <p:ext uri="{BB962C8B-B14F-4D97-AF65-F5344CB8AC3E}">
        <p14:creationId xmlns:p14="http://schemas.microsoft.com/office/powerpoint/2010/main" val="2091583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54801-648E-8952-ABE6-C4AA018425E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773BD88-D0AF-9AC8-9F7F-34C701A1E0AC}"/>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C366BC6-6570-0AC4-55A8-493E3E6B4299}"/>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B2091D2F-0273-19D3-FD00-A0DDBCC5CFA0}"/>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7D8EB28B-6C76-A124-9A94-8074E32E0D66}"/>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Deployment </a:t>
            </a:r>
            <a:r>
              <a:rPr sz="3200" b="1" dirty="0">
                <a:solidFill>
                  <a:srgbClr val="E86A2C"/>
                </a:solidFill>
              </a:rPr>
              <a:t>Diagram</a:t>
            </a:r>
          </a:p>
        </p:txBody>
      </p:sp>
      <p:pic>
        <p:nvPicPr>
          <p:cNvPr id="2" name="Picture 1">
            <a:extLst>
              <a:ext uri="{FF2B5EF4-FFF2-40B4-BE49-F238E27FC236}">
                <a16:creationId xmlns:a16="http://schemas.microsoft.com/office/drawing/2014/main" id="{D4F69A64-7460-D267-3F3F-085AD546BB0F}"/>
              </a:ext>
            </a:extLst>
          </p:cNvPr>
          <p:cNvPicPr>
            <a:picLocks noChangeAspect="1"/>
          </p:cNvPicPr>
          <p:nvPr/>
        </p:nvPicPr>
        <p:blipFill>
          <a:blip r:embed="rId5"/>
          <a:srcRect t="6939"/>
          <a:stretch>
            <a:fillRect/>
          </a:stretch>
        </p:blipFill>
        <p:spPr>
          <a:xfrm>
            <a:off x="1005840" y="1430382"/>
            <a:ext cx="7772400" cy="4822028"/>
          </a:xfrm>
          <a:prstGeom prst="rect">
            <a:avLst/>
          </a:prstGeom>
        </p:spPr>
      </p:pic>
    </p:spTree>
    <p:extLst>
      <p:ext uri="{BB962C8B-B14F-4D97-AF65-F5344CB8AC3E}">
        <p14:creationId xmlns:p14="http://schemas.microsoft.com/office/powerpoint/2010/main" val="419190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0A988-B17F-F796-61A1-E37086AD92F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72D57A-04EF-83B3-7ED7-B966E72702B4}"/>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32B2393F-1F96-3904-2705-89BE95F43CC3}"/>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D95FA340-F62F-4465-4066-DCEEB5373401}"/>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261ED467-D307-29FD-50A1-F93799C811A4}"/>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Component</a:t>
            </a:r>
            <a:endParaRPr sz="3200" b="1" dirty="0">
              <a:solidFill>
                <a:srgbClr val="E86A2C"/>
              </a:solidFill>
            </a:endParaRPr>
          </a:p>
        </p:txBody>
      </p:sp>
      <p:sp>
        <p:nvSpPr>
          <p:cNvPr id="8" name="TextBox 7">
            <a:extLst>
              <a:ext uri="{FF2B5EF4-FFF2-40B4-BE49-F238E27FC236}">
                <a16:creationId xmlns:a16="http://schemas.microsoft.com/office/drawing/2014/main" id="{E6FB5983-28C3-EE29-7A67-67ACE975A7F2}"/>
              </a:ext>
            </a:extLst>
          </p:cNvPr>
          <p:cNvSpPr txBox="1"/>
          <p:nvPr/>
        </p:nvSpPr>
        <p:spPr>
          <a:xfrm>
            <a:off x="463826" y="1674075"/>
            <a:ext cx="7700460" cy="2308324"/>
          </a:xfrm>
          <a:prstGeom prst="rect">
            <a:avLst/>
          </a:prstGeom>
          <a:noFill/>
        </p:spPr>
        <p:txBody>
          <a:bodyPr wrap="square">
            <a:spAutoFit/>
          </a:bodyPr>
          <a:lstStyle/>
          <a:p>
            <a:pPr>
              <a:buNone/>
            </a:pPr>
            <a:r>
              <a:rPr lang="en-IN" dirty="0"/>
              <a:t>The Component Diagram represents the logical components of the Airport Management System and their interactions. The system provides separate components for passenger management, booking, security, baggage, boarding passes, gates, staff, reports and authentication. Passengers, airport staff, security officers, gate staff and administrators interact with the appropriate system components. The components communicate with the Airport Database for persistent storage, while the Notification Service provides SMS and email notifications.</a:t>
            </a:r>
          </a:p>
        </p:txBody>
      </p:sp>
    </p:spTree>
    <p:extLst>
      <p:ext uri="{BB962C8B-B14F-4D97-AF65-F5344CB8AC3E}">
        <p14:creationId xmlns:p14="http://schemas.microsoft.com/office/powerpoint/2010/main" val="1961962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4DAB-A5C8-7AC4-30AF-C84F5A1566D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34BE55-4F75-2A9C-7BD0-6758EE49229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F0EF0AA5-FE39-9591-A940-18BD159A9328}"/>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0EC229F0-7455-DD1F-BF3A-D295DB1D4CDE}"/>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a:extLst>
              <a:ext uri="{FF2B5EF4-FFF2-40B4-BE49-F238E27FC236}">
                <a16:creationId xmlns:a16="http://schemas.microsoft.com/office/drawing/2014/main" id="{DE9E93E9-08EF-B48A-1458-2FCB3E532F57}"/>
              </a:ext>
            </a:extLst>
          </p:cNvPr>
          <p:cNvSpPr txBox="1"/>
          <p:nvPr/>
        </p:nvSpPr>
        <p:spPr>
          <a:xfrm>
            <a:off x="548640" y="548640"/>
            <a:ext cx="8686800" cy="584775"/>
          </a:xfrm>
          <a:prstGeom prst="rect">
            <a:avLst/>
          </a:prstGeom>
          <a:noFill/>
        </p:spPr>
        <p:txBody>
          <a:bodyPr wrap="square">
            <a:spAutoFit/>
          </a:bodyPr>
          <a:lstStyle/>
          <a:p>
            <a:r>
              <a:rPr lang="en-US" sz="3200" b="1" dirty="0">
                <a:solidFill>
                  <a:srgbClr val="E86A2C"/>
                </a:solidFill>
              </a:rPr>
              <a:t>Component </a:t>
            </a:r>
            <a:r>
              <a:rPr sz="3200" b="1" dirty="0">
                <a:solidFill>
                  <a:srgbClr val="E86A2C"/>
                </a:solidFill>
              </a:rPr>
              <a:t>Diagram</a:t>
            </a:r>
          </a:p>
        </p:txBody>
      </p:sp>
      <p:pic>
        <p:nvPicPr>
          <p:cNvPr id="2" name="Picture 1">
            <a:extLst>
              <a:ext uri="{FF2B5EF4-FFF2-40B4-BE49-F238E27FC236}">
                <a16:creationId xmlns:a16="http://schemas.microsoft.com/office/drawing/2014/main" id="{951FA937-E82E-96B5-F8DD-B17B690F5A7E}"/>
              </a:ext>
            </a:extLst>
          </p:cNvPr>
          <p:cNvPicPr>
            <a:picLocks noChangeAspect="1"/>
          </p:cNvPicPr>
          <p:nvPr/>
        </p:nvPicPr>
        <p:blipFill>
          <a:blip r:embed="rId5"/>
          <a:stretch>
            <a:fillRect/>
          </a:stretch>
        </p:blipFill>
        <p:spPr>
          <a:xfrm>
            <a:off x="315686" y="2179589"/>
            <a:ext cx="9907178" cy="3306520"/>
          </a:xfrm>
          <a:prstGeom prst="rect">
            <a:avLst/>
          </a:prstGeom>
        </p:spPr>
      </p:pic>
    </p:spTree>
    <p:extLst>
      <p:ext uri="{BB962C8B-B14F-4D97-AF65-F5344CB8AC3E}">
        <p14:creationId xmlns:p14="http://schemas.microsoft.com/office/powerpoint/2010/main" val="1481491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548640" y="548640"/>
            <a:ext cx="8686800" cy="914400"/>
          </a:xfrm>
          <a:prstGeom prst="rect">
            <a:avLst/>
          </a:prstGeom>
          <a:noFill/>
        </p:spPr>
        <p:txBody>
          <a:bodyPr wrap="square">
            <a:spAutoFit/>
          </a:bodyPr>
          <a:lstStyle/>
          <a:p>
            <a:r>
              <a:rPr sz="3200" b="1">
                <a:solidFill>
                  <a:srgbClr val="E86A2C"/>
                </a:solidFill>
              </a:rPr>
              <a:t>Conclusion</a:t>
            </a:r>
          </a:p>
        </p:txBody>
      </p:sp>
      <p:sp>
        <p:nvSpPr>
          <p:cNvPr id="7" name="TextBox 6"/>
          <p:cNvSpPr txBox="1"/>
          <p:nvPr/>
        </p:nvSpPr>
        <p:spPr>
          <a:xfrm>
            <a:off x="640079" y="1737360"/>
            <a:ext cx="9458077" cy="3693319"/>
          </a:xfrm>
          <a:prstGeom prst="rect">
            <a:avLst/>
          </a:prstGeom>
          <a:noFill/>
        </p:spPr>
        <p:txBody>
          <a:bodyPr wrap="square">
            <a:spAutoFit/>
          </a:bodyPr>
          <a:lstStyle/>
          <a:p>
            <a:r>
              <a:rPr lang="en-IN" dirty="0"/>
              <a:t>The </a:t>
            </a:r>
            <a:r>
              <a:rPr lang="en-IN" b="1" dirty="0"/>
              <a:t>Airport Management System</a:t>
            </a:r>
            <a:r>
              <a:rPr lang="en-IN" dirty="0"/>
              <a:t> provides an integrated solution for managing airport operations from </a:t>
            </a:r>
            <a:r>
              <a:rPr lang="en-IN" b="1" dirty="0"/>
              <a:t>passenger check-in to final boarding</a:t>
            </a:r>
            <a:r>
              <a:rPr lang="en-IN" dirty="0"/>
              <a:t>.</a:t>
            </a:r>
          </a:p>
          <a:p>
            <a:r>
              <a:rPr lang="en-IN" dirty="0"/>
              <a:t>By applying </a:t>
            </a:r>
            <a:r>
              <a:rPr lang="en-IN" b="1" dirty="0"/>
              <a:t>Object-Oriented Analysis and Design (OOAD)</a:t>
            </a:r>
            <a:r>
              <a:rPr lang="en-IN" dirty="0"/>
              <a:t>, the system clearly models passengers, flights, baggage, gates, airport staff, traveller buses and other important entities.</a:t>
            </a:r>
          </a:p>
          <a:p>
            <a:r>
              <a:rPr lang="en-IN" dirty="0"/>
              <a:t>The UML diagrams help us understand the system's </a:t>
            </a:r>
            <a:r>
              <a:rPr lang="en-IN" b="1" dirty="0"/>
              <a:t>functional requirements, structure, interactions, workflows and flight lifecycle</a:t>
            </a:r>
            <a:r>
              <a:rPr lang="en-IN" dirty="0"/>
              <a:t>.</a:t>
            </a:r>
          </a:p>
          <a:p>
            <a:r>
              <a:rPr lang="en-IN" b="1" dirty="0"/>
              <a:t>Key Benefits</a:t>
            </a:r>
          </a:p>
          <a:p>
            <a:pPr marL="285750" indent="-285750">
              <a:buFont typeface="Arial" panose="020B0604020202020204" pitchFamily="34" charset="0"/>
              <a:buChar char="•"/>
            </a:pPr>
            <a:r>
              <a:rPr lang="en-IN" dirty="0"/>
              <a:t>Reduces passenger waiting time and gate congestion </a:t>
            </a:r>
          </a:p>
          <a:p>
            <a:pPr marL="285750" indent="-285750">
              <a:buFont typeface="Arial" panose="020B0604020202020204" pitchFamily="34" charset="0"/>
              <a:buChar char="•"/>
            </a:pPr>
            <a:r>
              <a:rPr lang="en-IN" dirty="0"/>
              <a:t>Improves coordination between airport departments </a:t>
            </a:r>
          </a:p>
          <a:p>
            <a:pPr marL="285750" indent="-285750">
              <a:buFont typeface="Arial" panose="020B0604020202020204" pitchFamily="34" charset="0"/>
              <a:buChar char="•"/>
            </a:pPr>
            <a:r>
              <a:rPr lang="en-IN" dirty="0"/>
              <a:t>Enables efficient passenger, baggage and flight management </a:t>
            </a:r>
          </a:p>
          <a:p>
            <a:pPr marL="285750" indent="-285750">
              <a:buFont typeface="Arial" panose="020B0604020202020204" pitchFamily="34" charset="0"/>
              <a:buChar char="•"/>
            </a:pPr>
            <a:r>
              <a:rPr lang="en-IN" dirty="0"/>
              <a:t>Supports real-time flight and gate status updates </a:t>
            </a:r>
          </a:p>
          <a:p>
            <a:pPr marL="285750" indent="-285750">
              <a:buFont typeface="Arial" panose="020B0604020202020204" pitchFamily="34" charset="0"/>
              <a:buChar char="•"/>
            </a:pPr>
            <a:r>
              <a:rPr lang="en-IN" dirty="0"/>
              <a:t>Provides organized handling of security, boarding and transport services </a:t>
            </a:r>
          </a:p>
          <a:p>
            <a:pPr marL="285750" indent="-285750">
              <a:buFont typeface="Arial" panose="020B0604020202020204" pitchFamily="34" charset="0"/>
              <a:buChar char="•"/>
            </a:pPr>
            <a:r>
              <a:rPr lang="en-IN" dirty="0"/>
              <a:t>Creates a structured and scalable foundation for implementation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A743FB-D50B-6DE9-B03E-2F0946158F4A}"/>
              </a:ext>
            </a:extLst>
          </p:cNvPr>
          <p:cNvPicPr>
            <a:picLocks noChangeAspect="1"/>
          </p:cNvPicPr>
          <p:nvPr/>
        </p:nvPicPr>
        <p:blipFill>
          <a:blip r:embed="rId3"/>
          <a:stretch>
            <a:fillRect/>
          </a:stretch>
        </p:blipFill>
        <p:spPr>
          <a:xfrm>
            <a:off x="10740691" y="-223516"/>
            <a:ext cx="1261669" cy="1261669"/>
          </a:xfrm>
          <a:prstGeom prst="rect">
            <a:avLst/>
          </a:prstGeom>
        </p:spPr>
      </p:pic>
      <p:sp>
        <p:nvSpPr>
          <p:cNvPr id="3" name="Shape 19">
            <a:extLst>
              <a:ext uri="{FF2B5EF4-FFF2-40B4-BE49-F238E27FC236}">
                <a16:creationId xmlns:a16="http://schemas.microsoft.com/office/drawing/2014/main" id="{AB792F1D-1BCA-5E08-83FA-080414410CB6}"/>
              </a:ext>
            </a:extLst>
          </p:cNvPr>
          <p:cNvSpPr/>
          <p:nvPr/>
        </p:nvSpPr>
        <p:spPr>
          <a:xfrm>
            <a:off x="0" y="6607721"/>
            <a:ext cx="12192000" cy="30480"/>
          </a:xfrm>
          <a:prstGeom prst="rect">
            <a:avLst/>
          </a:prstGeom>
          <a:solidFill>
            <a:schemeClr val="accent2"/>
          </a:solidFill>
          <a:ln w="12700">
            <a:solidFill>
              <a:srgbClr val="F37025"/>
            </a:solidFill>
            <a:prstDash val="solid"/>
          </a:ln>
        </p:spPr>
        <p:txBody>
          <a:bodyPr/>
          <a:lstStyle/>
          <a:p>
            <a:endParaRPr lang="en-IN" sz="2400"/>
          </a:p>
        </p:txBody>
      </p:sp>
      <p:pic>
        <p:nvPicPr>
          <p:cNvPr id="5" name="Picture 4">
            <a:extLst>
              <a:ext uri="{FF2B5EF4-FFF2-40B4-BE49-F238E27FC236}">
                <a16:creationId xmlns:a16="http://schemas.microsoft.com/office/drawing/2014/main" id="{C69AB18D-6888-4529-42CA-38D662E082C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0800000">
            <a:off x="9792000" y="2084327"/>
            <a:ext cx="2400000" cy="4495238"/>
          </a:xfrm>
          <a:prstGeom prst="rect">
            <a:avLst/>
          </a:prstGeom>
          <a:solidFill>
            <a:schemeClr val="bg1">
              <a:alpha val="0"/>
            </a:schemeClr>
          </a:solidFill>
          <a:ln>
            <a:solidFill>
              <a:schemeClr val="tx1">
                <a:alpha val="0"/>
              </a:schemeClr>
            </a:solidFill>
          </a:ln>
        </p:spPr>
      </p:pic>
      <p:sp>
        <p:nvSpPr>
          <p:cNvPr id="6" name="TextBox 5"/>
          <p:cNvSpPr txBox="1"/>
          <p:nvPr/>
        </p:nvSpPr>
        <p:spPr>
          <a:xfrm>
            <a:off x="-922846" y="4779257"/>
            <a:ext cx="11319422" cy="584775"/>
          </a:xfrm>
          <a:prstGeom prst="rect">
            <a:avLst/>
          </a:prstGeom>
          <a:noFill/>
        </p:spPr>
        <p:txBody>
          <a:bodyPr wrap="square">
            <a:spAutoFit/>
          </a:bodyPr>
          <a:lstStyle/>
          <a:p>
            <a:pPr algn="ctr"/>
            <a:r>
              <a:rPr lang="en-US" sz="3200" b="1" dirty="0">
                <a:solidFill>
                  <a:srgbClr val="E86A2C"/>
                </a:solidFill>
              </a:rPr>
              <a:t>Any </a:t>
            </a:r>
            <a:r>
              <a:rPr sz="3200" b="1" dirty="0">
                <a:solidFill>
                  <a:srgbClr val="E86A2C"/>
                </a:solidFill>
              </a:rPr>
              <a:t>Q&amp;A</a:t>
            </a:r>
          </a:p>
        </p:txBody>
      </p:sp>
      <p:pic>
        <p:nvPicPr>
          <p:cNvPr id="2" name="Graphic 1">
            <a:extLst>
              <a:ext uri="{FF2B5EF4-FFF2-40B4-BE49-F238E27FC236}">
                <a16:creationId xmlns:a16="http://schemas.microsoft.com/office/drawing/2014/main" id="{B966D9D4-341A-6DAA-302A-82D26A9294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2077" y="928066"/>
            <a:ext cx="5328621" cy="3777052"/>
          </a:xfrm>
          <a:prstGeom prst="rect">
            <a:avLst/>
          </a:prstGeom>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704</TotalTime>
  <Words>1296</Words>
  <Application>Microsoft Macintosh PowerPoint</Application>
  <PresentationFormat>Widescreen</PresentationFormat>
  <Paragraphs>181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Chollangi Krishnarjuna</dc:creator>
  <cp:lastModifiedBy>arun vedula</cp:lastModifiedBy>
  <cp:revision>35</cp:revision>
  <dcterms:created xsi:type="dcterms:W3CDTF">2026-06-01T09:59:56Z</dcterms:created>
  <dcterms:modified xsi:type="dcterms:W3CDTF">2026-09-26T05:11:23Z</dcterms:modified>
</cp:coreProperties>
</file>